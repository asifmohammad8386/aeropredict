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68" r:id="rId2"/>
    <p:sldId id="269" r:id="rId3"/>
    <p:sldId id="270" r:id="rId4"/>
    <p:sldId id="271" r:id="rId5"/>
    <p:sldId id="272" r:id="rId6"/>
    <p:sldId id="273" r:id="rId7"/>
    <p:sldId id="274" r:id="rId8"/>
    <p:sldId id="275" r:id="rId9"/>
    <p:sldId id="276" r:id="rId10"/>
    <p:sldId id="277" r:id="rId11"/>
    <p:sldId id="278" r:id="rId12"/>
    <p:sldId id="27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60-second answer to learn: AeroPredict contains an educational 3D flight website and an offline machine-learning experiment. We kept all 6000 synthetic rows and the ten original features. Python fits a Random Forest classifier for delays of at least 15 minutes and a regressor for minutes. We selected parameters on validation and evaluated on 900 unseen synthetic records. The current Node website still uses separate rules in Simulation and Aviationstack schedules in Live. Blender creates 3D assets and Three.js renders them. Route camera controls change only the viewpoint. We should explain this boundary whenever asked how ML is used.</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a:p>
            <a:r>
              <a:t>C:/Users/24u11/Documents/Codex/2026-10-18/th/outputs/AeroPredict_Local_Presentation/README.md</a:t>
            </a:r>
          </a:p>
          <a:p>
            <a:endParaRPr/>
          </a:p>
          <a:p>
            <a:r>
              <a:t>DESIGN ASSET</a:t>
            </a:r>
          </a:p>
          <a:p>
            <a:r>
              <a:t>Illustrative aviation cover background generated with the built-in image tool. It is not a website screenshot or a real flight photo.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how we built it: Python and scikit-learn implement the approved separate study, pandas reads CSVs, ColumnTransformer encodes inputs and joblib saves models. Node.js implements the web server and protects private settings. Browser ES modules connect forms and rendering. Blender Python scripts construct assets, and GLB exports run in Three.js. The current website does not call the saved RF model. Do not open .env on the projector. The training file contains the complete search and evaluation procedure and no provider calls.</a:t>
            </a:r>
          </a:p>
          <a:p>
            <a:endParaRPr/>
          </a:p>
          <a:p>
            <a:r>
              <a:t>SOURCES</a:t>
            </a:r>
          </a:p>
          <a:p>
            <a:r>
              <a:t>C:/Users/24u11/Documents/Codex/2026-10-18/th/outputs/AeroPredict_RandomForest_Study/train_evaluate.py</a:t>
            </a:r>
          </a:p>
          <a:p>
            <a:r>
              <a:t>C:/Users/24u11/Documents/Codex/2026-10-18/th/outputs/AeroPredict_Local_Presentation/CODE_INDEX.md</a:t>
            </a:r>
          </a:p>
          <a:p>
            <a:r>
              <a:t>C:/Users/24u11/Documents/Codex/2026-10-18/th/outputs/AeroPredict_Local_Presentation/server.mjs</a:t>
            </a:r>
          </a:p>
          <a:p>
            <a:r>
              <a:t>C:/Users/24u11/Documents/Codex/2026-10-18/th/outputs/AeroPredict_Local_Presentation/public/simulation/journey.mjs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input columns are exactly metadata.features in the current project. They are separate from the old app with its different dataset. We preserve origin even though every row is HYD. The ten raw features are unchanged in all experiments and copies. Categorical encoding changes representation rather than adding a new external feature. Both label columns, IDs, data_source, split and raw date/time strings stay out of X. The outcomes are fictional, so performance reflects synthetic data patterns. Hash checks verify that the original training, validation and test files remain byte-identical.</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walkthrough: FEATURES = META[features], then X = df[FEATURES]. ColumnTransformer applies OneHotEncoder to origin, destination and weather and passes through the other seven numeric columns. Fit the preprocessing inside each Pipeline using training rows only. Ten raw columns become 18 encoded numeric columns. Trees do not need StandardScaler here. Validation chooses max_depth and min_samples_leaf. Classification maximizes validation F1, while regression minimizes validation MAE. The script freezes choices before producing test predictions. It does not train on test rows or fit the encoder on all rows. Reloaded saved pipelines reproduce all 900 test predictions.</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Viva answer: RF is an ensemble of 200 decision trees. Each trains on bootstrap-resampled training rows. Classifier splits consider sqrt(18) candidate features, rounded down to 4 in this setup. The regressor uses all 18 encoded features at splits because max_features=1.0. Both use depth 8 and minimum leaf size 5. The first three actual regression tree estimates for the Clear example are 5.41, 7.87, 6.98 minutes. Those are only 3 of 200 trees. Averaging all 200 returns 8.12 minutes. The first three classifier probabilities are 32.3%, 33.3%, 92.3%. The mean across all 200 is 28.9%, so the chosen class is below 15 minutes. Raw forest probabilities are not guaranteed to be calibrated. A fixed random seed makes the experiment reproducible.</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a:p>
            <a:r>
              <a:t>https://scikit-learn.org/stable/modules/generated/sklearn.ensemble.RandomForestClassifier.html</a:t>
            </a:r>
          </a:p>
          <a:p>
            <a:r>
              <a:t>https://scikit-learn.org/stable/modules/generated/sklearn.ensemble.RandomForestRegressor.html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 the distinction as well as the percentage. Measured RF test accuracy is 81.1%, precision 87.0%, recall 84.1%, F1 85.5% and AUC 0.900. Regression MAE is 9.15 minutes and RMSE is 12.92 minutes. These figures use 900 held-out synthetic records. Confusion matrix rows are actual and columns predicted, ordered below 15 / delayed: [[228,75],[95,502]]. Thus 730 of 900 classifications are correct. The Clear example yields RF 8.1 minutes versus website 21. Storm yields RF 53.2 versus website 66. RF learns relationships in the generated dataset, while the website uses its own chosen formula. The hypothetical examples have no observed outcome and do not provide extra accuracy evidence. Agreement between trees does not guarantee real-world confidence.</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a:p>
            <a:r>
              <a:t>C:/Users/24u11/Documents/Codex/2026-10-18/th/outputs/AeroPredict_RandomForest_Study/worked_examples.csv</a:t>
            </a:r>
          </a:p>
          <a:p>
            <a:r>
              <a:t>C:/Users/24u11/Documents/Codex/2026-10-18/th/outputs/AeroPredict_Local_Presentation/public/simulation/engine.mjs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Geometry explanation: airport latitude and longitude become unit vectors on the Earth sphere. Spherical linear interpolation finds intermediate points between origin and destination. The displayed curve has 161 samples. A small sinusoidal radial lift improves visibility and does not represent actual altitude. The aircraft follows the curve tangent. Top is near overhead, Side is oblique, and Along route changes azimuth to face along the connection. World fits the Earth. Follow anchors near the aircraft. Drag orbits the camera. Scroll, pinch or the slider changes viewing distance within bounds. Camera easing avoids abrupt jumps. Screen-size caps are 24 pixels in World, 76 in route views and 160 in the aircraft camera. No camera control changes RF predictions or the website estimate.</a:t>
            </a:r>
          </a:p>
          <a:p>
            <a:endParaRPr/>
          </a:p>
          <a:p>
            <a:r>
              <a:t>SOURCES</a:t>
            </a:r>
          </a:p>
          <a:p>
            <a:r>
              <a:t>C:/Users/24u11/Documents/Codex/2026-10-18/th/outputs/AeroPredict_Local_Presentation/public/simulation/route-math.mjs</a:t>
            </a:r>
          </a:p>
          <a:p>
            <a:r>
              <a:t>C:/Users/24u11/Documents/Codex/2026-10-18/th/outputs/AeroPredict_Local_Presentation/public/simulation/globe.mjs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Blender Python scripts construct the plane and airport. Editable .blend files preserve the scenes. GLB exports contain meshes, materials and named nodes. Three.js loads them through GLTFLoader. JavaScript animates transforms and visibility. The shared clock advances progress by elapsedSeconds * speed / 120. Timing in seconds: taxi 0–18, runway 18–30, takeoff 30–40, globe 40–70, approach 70–82, landing 82–92, gate taxi 92–100 and unloading 100–120. Stage buttons jump to a time and pause. Scrubbing recomputes actors deterministically. Four-second blends join airport and globe backgrounds using one foreground plane. Blender does not run on each visitor computer. The layouts and timing are illustrative.</a:t>
            </a:r>
          </a:p>
          <a:p>
            <a:endParaRPr/>
          </a:p>
          <a:p>
            <a:r>
              <a:t>SOURCES</a:t>
            </a:r>
          </a:p>
          <a:p>
            <a:r>
              <a:t>C:/Users/24u11/Documents/Codex/2026-10-18/th/outputs/AeroPredict_Local_Presentation/aircraft/create-aircraft-v2.py</a:t>
            </a:r>
          </a:p>
          <a:p>
            <a:r>
              <a:t>C:/Users/24u11/Documents/Codex/2026-10-18/th/outputs/AeroPredict_Local_Presentation/airport/aeropredict-airport-living.blend</a:t>
            </a:r>
          </a:p>
          <a:p>
            <a:r>
              <a:t>C:/Users/24u11/Documents/Codex/2026-10-18/th/outputs/AeroPredict_Local_Presentation/public/simulation/flight-sequence.mjs</a:t>
            </a:r>
          </a:p>
          <a:p>
            <a:r>
              <a:t>C:/Users/24u11/Documents/Codex/2026-10-18/th/outputs/AeroPredict_Local_Presentation/public/simulation/globe.mjs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Weather is student-selected rather than a live weather feed. The website rule weights are Clear 0, Rain 1.1, Thunderstorm 2.2 and Fog 1.7. Visual profiles change rain, mist, clouds, lightning and wet surfaces. Blender supplies cloud and branched lightning assets, while JavaScript controls their timing. Storm strikes start around 4 seconds and repeat at 7.5-second intervals. Reduced-motion mode avoids the bright flash. Four arrival crew unload eight bags at the gate during the final 20 seconds. Other ground actors follow choreographed routes. Surface flicker, or z-fighting, came from nearly overlapping asphalt and grass. Mesh unions removed overlaps and depth offsets separated markings. This improves graphics, not forecast accuracy.</a:t>
            </a:r>
          </a:p>
          <a:p>
            <a:endParaRPr/>
          </a:p>
          <a:p>
            <a:r>
              <a:t>SOURCES</a:t>
            </a:r>
          </a:p>
          <a:p>
            <a:r>
              <a:t>C:/Users/24u11/Documents/Codex/2026-10-18/th/outputs/AeroPredict_Local_Presentation/public/simulation/weather-profile.mjs</a:t>
            </a:r>
          </a:p>
          <a:p>
            <a:r>
              <a:t>C:/Users/24u11/Documents/Codex/2026-10-18/th/outputs/AeroPredict_Local_Presentation/public/simulation/weather-effects.mjs</a:t>
            </a:r>
          </a:p>
          <a:p>
            <a:r>
              <a:t>C:/Users/24u11/Documents/Codex/2026-10-18/th/outputs/AeroPredict_Local_Presentation/public/simulation/arrival-unloading.mjs</a:t>
            </a:r>
          </a:p>
          <a:p>
            <a:r>
              <a:t>C:/Users/24u11/Documents/Codex/2026-10-18/th/outputs/AeroPredict_Local_Presentation/airport/fix-depth-surfaces.py</a:t>
            </a:r>
          </a:p>
          <a:p>
            <a:r>
              <a:t>C:/Users/24u11/Documents/Codex/2026-10-18/th/outputs/AeroPredict_Local_Presentation/presentation/blender-storm-final.png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Aviationstack key identifies our provider account and usage. It stays in private .env, outside browser JavaScript. GET /api/flights reaches the Node backend, which normalizes HYD departures and contacts the provider only when permitted. SQLite preserves snapshots and atomic budget reservations. A five-minute cache/cooldown and a local 100-attempt ceiling reduce usage. Failed attempts count. Other account activity is outside the local counter. Startup can read a saved snapshot without a provider call. A live plane needs valid timestamped coordinates. The dashed curve joins airports and is not a flown track. START_HERE opens the local classroom page and attempts a verified Cloudflare tunnel. The laptop must stay awake and online for its public QR, while classmates may use another network. A new tunnel may change the URL. GitHub shares source code. GitHub Pages cannot run the Node/SQLite backend.</a:t>
            </a:r>
          </a:p>
          <a:p>
            <a:endParaRPr/>
          </a:p>
          <a:p>
            <a:r>
              <a:t>SOURCES</a:t>
            </a:r>
          </a:p>
          <a:p>
            <a:r>
              <a:t>C:/Users/24u11/Documents/Codex/2026-10-18/th/outputs/AeroPredict_Local_Presentation/server/flights.mjs</a:t>
            </a:r>
          </a:p>
          <a:p>
            <a:r>
              <a:t>C:/Users/24u11/Documents/Codex/2026-10-18/th/outputs/AeroPredict_Local_Presentation/server/budget.mjs</a:t>
            </a:r>
          </a:p>
          <a:p>
            <a:r>
              <a:t>C:/Users/24u11/Documents/Codex/2026-10-18/th/outputs/AeroPredict_Local_Presentation/server/classroom-page.mjs</a:t>
            </a:r>
          </a:p>
          <a:p>
            <a:r>
              <a:t>C:/Users/24u11/Documents/Codex/2026-10-18/th/outputs/AeroPredict_Local_Presentation/START_HERE.cmd</a:t>
            </a:r>
          </a:p>
          <a:p>
            <a:r>
              <a:t>https://aviationstack.com/documentation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answers: 1. We use an RF classifier for delay &gt;=15 minutes and an RF regressor for minutes in a separate offline experiment. 2. We use the original 6000 synthetic rows, ten features and 4200/900/900 splits. 3. We one-hot encode categorical columns and retain numeric features, excluding both targets. 4. The forest contains 200 bootstrap-trained trees. Classification averages tree probabilities, while regression averages minutes. 5. Accuracy of 81.1% refers to 900 synthetic test rows. It does not establish airline performance. F1 combines precision and recall. The majority baseline already has 79.8% F1 because positive labels dominate. MAE of 9.15 minutes means mean absolute error over these synthetic outcomes. It does not guarantee that every prediction falls within 9.15 minutes.</a:t>
            </a:r>
          </a:p>
          <a:p>
            <a:endParaRPr/>
          </a:p>
          <a:p>
            <a:r>
              <a:t>SOURCES</a:t>
            </a:r>
          </a:p>
          <a:p>
            <a:r>
              <a:t>C:/Users/24u11/Documents/Codex/2026-10-18/th/outputs/AeroPredict_RandomForest_Study/train_evaluate.py</a:t>
            </a:r>
          </a:p>
          <a:p>
            <a:r>
              <a:t>C:/Users/24u11/Documents/Codex/2026-10-18/th/outputs/AeroPredict_RandomForest_Study/metrics.json</a:t>
            </a:r>
          </a:p>
          <a:p>
            <a:r>
              <a:t>C:/Users/24u11/Documents/Codex/2026-10-18/th/outputs/AeroPredict_Local_Presentation/training-data/metadata.json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rehearsal roles: one person explains the problem and dataset, another explains RF methodology and results, another operates the camera/film, and another explains the API and QR. Every teammate should learn these answers. The route is a great-circle connection rather than an actual airway. Side View changes camera state without changing the score. The airport film uses a clock, Blender assets and Three.js. ML does not generate the animation. When live coordinates are missing, the app hides the plane rather than inventing a position. Website example results 21/66 use rules, while RF 8.1/53.2 comes from the offline study. Before class, start the server, check the public QR on mobile data, inspect the cached snapshot age and prepare fixed weather inputs. The RF experiment and mocked tests consume no Aviationstack calls. Use the current QR because temporary links may expire.</a:t>
            </a:r>
          </a:p>
          <a:p>
            <a:endParaRPr/>
          </a:p>
          <a:p>
            <a:r>
              <a:t>SOURCES</a:t>
            </a:r>
          </a:p>
          <a:p>
            <a:r>
              <a:t>C:/Users/24u11/Documents/Codex/2026-10-18/th/outputs/AeroPredict_Local_Presentation/PRESENTATION_NOTES.md</a:t>
            </a:r>
          </a:p>
          <a:p>
            <a:r>
              <a:t>C:/Users/24u11/Documents/Codex/2026-10-18/th/outputs/AeroPredict_Local_Presentation/public/simulation/route-math.mjs</a:t>
            </a:r>
          </a:p>
          <a:p>
            <a:r>
              <a:t>C:/Users/24u11/Documents/Codex/2026-10-18/th/outputs/AeroPredict_Local_Presentation/public/simulation/globe.mjs</a:t>
            </a:r>
          </a:p>
          <a:p>
            <a:r>
              <a:t>C:/Users/24u11/Documents/Codex/2026-10-18/th/outputs/AeroPredict_Local_Presentation/README.md</a:t>
            </a:r>
          </a:p>
          <a:p>
            <a:r>
              <a:t>C:/Users/24u11/Documents/Codex/2026-10-18/th/outputs/AeroPredict_RandomForest_Study/worked_examples.csv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40DCE7-E07E-446C-8FA5-1CEFE9786FD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C6A8721-995A-486B-B2F3-D0769A8A4C0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8A3D14B-D0E1-4C10-B084-EB629A4748B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A281580-A62F-4261-84B4-70DD8A01DE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0B3D95B-59A5-49A8-B6E9-4FABCEF2AF5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FECAC8E-3FFD-4160-B1CD-7B095CC3262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5DE8B2E-B466-4315-BC18-12A4A00781B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11268FB-7749-491A-A663-3DEB4952660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AA3ACB8-773F-47AE-8DF5-4ED24F05224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DEFF89B-D2D1-4709-A1A6-12444C9559D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7E8ADA-22EB-4BF7-B33D-4549F7C07F2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eyebrow-0-0">
            <a:extLst>
              <a:ext uri="{FF2B5EF4-FFF2-40B4-BE49-F238E27FC236}">
                <a16:creationId xmlns:a16="http://schemas.microsoft.com/office/drawing/2014/main" id="{2AC08322-2E22-4074-BEBE-5335D860D0EF}"/>
              </a:ext>
            </a:extLst>
          </p:cNvPr>
          <p:cNvSpPr>
            <a:spLocks noGrp="1"/>
          </p:cNvSpPr>
          <p:nvPr/>
        </p:nvSpPr>
        <p:spPr>
          <a:xfrm>
            <a:off x="552450" y="285750"/>
            <a:ext cx="6191250" cy="24765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4" name="footer-2-1">
            <a:extLst>
              <a:ext uri="{FF2B5EF4-FFF2-40B4-BE49-F238E27FC236}">
                <a16:creationId xmlns:a16="http://schemas.microsoft.com/office/drawing/2014/main" id="{F41DBB8C-B3D0-49F9-81CD-A4125F64FB60}"/>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F4F1E9"/>
                </a:solidFill>
                <a:latin typeface="Arial"/>
                <a:ea typeface="Arial"/>
                <a:cs typeface="Arial"/>
              </a:defRPr>
            </a:defPPr>
            <a:lvl1pPr>
              <a:defRPr sz="975" b="0">
                <a:solidFill>
                  <a:srgbClr val="F4F1E9"/>
                </a:solidFill>
                <a:latin typeface="Arial"/>
                <a:ea typeface="Arial"/>
                <a:cs typeface="Arial"/>
              </a:defRPr>
            </a:lvl1pPr>
            <a:lvl2pPr>
              <a:defRPr sz="975" b="0">
                <a:solidFill>
                  <a:srgbClr val="F4F1E9"/>
                </a:solidFill>
                <a:latin typeface="Arial"/>
                <a:ea typeface="Arial"/>
                <a:cs typeface="Arial"/>
              </a:defRPr>
            </a:lvl2pPr>
            <a:lvl3pPr>
              <a:defRPr sz="975" b="0">
                <a:solidFill>
                  <a:srgbClr val="F4F1E9"/>
                </a:solidFill>
                <a:latin typeface="Arial"/>
                <a:ea typeface="Arial"/>
                <a:cs typeface="Arial"/>
              </a:defRPr>
            </a:lvl3pPr>
            <a:lvl4pPr>
              <a:defRPr sz="975" b="0">
                <a:solidFill>
                  <a:srgbClr val="F4F1E9"/>
                </a:solidFill>
                <a:latin typeface="Arial"/>
                <a:ea typeface="Arial"/>
                <a:cs typeface="Arial"/>
              </a:defRPr>
            </a:lvl4pPr>
            <a:lvl5pPr>
              <a:defRPr sz="975" b="0">
                <a:solidFill>
                  <a:srgbClr val="F4F1E9"/>
                </a:solidFill>
                <a:latin typeface="Arial"/>
                <a:ea typeface="Arial"/>
                <a:cs typeface="Arial"/>
              </a:defRPr>
            </a:lvl5pPr>
            <a:lvl6pPr>
              <a:defRPr sz="975" b="0">
                <a:solidFill>
                  <a:srgbClr val="F4F1E9"/>
                </a:solidFill>
                <a:latin typeface="Arial"/>
                <a:ea typeface="Arial"/>
                <a:cs typeface="Arial"/>
              </a:defRPr>
            </a:lvl6pPr>
            <a:lvl7pPr>
              <a:defRPr sz="975" b="0">
                <a:solidFill>
                  <a:srgbClr val="F4F1E9"/>
                </a:solidFill>
                <a:latin typeface="Arial"/>
                <a:ea typeface="Arial"/>
                <a:cs typeface="Arial"/>
              </a:defRPr>
            </a:lvl7pPr>
            <a:lvl8pPr>
              <a:defRPr sz="975" b="0">
                <a:solidFill>
                  <a:srgbClr val="F4F1E9"/>
                </a:solidFill>
                <a:latin typeface="Arial"/>
                <a:ea typeface="Arial"/>
                <a:cs typeface="Arial"/>
              </a:defRPr>
            </a:lvl8pPr>
            <a:lvl9pPr>
              <a:defRPr sz="975" b="0">
                <a:solidFill>
                  <a:srgbClr val="F4F1E9"/>
                </a:solidFill>
                <a:latin typeface="Arial"/>
                <a:ea typeface="Arial"/>
                <a:cs typeface="Arial"/>
              </a:defRPr>
            </a:lvl9pPr>
          </a:lstStyle>
          <a:p>
            <a:pPr>
              <a:defRPr sz="975" b="0">
                <a:solidFill>
                  <a:srgbClr val="F4F1E9"/>
                </a:solidFill>
                <a:latin typeface="Arial"/>
                <a:ea typeface="Arial"/>
                <a:cs typeface="Arial"/>
              </a:defRPr>
            </a:pPr>
            <a:r>
              <a:rPr sz="975" b="0">
                <a:solidFill>
                  <a:srgbClr val="F4F1E9"/>
                </a:solidFill>
                <a:latin typeface="Arial"/>
                <a:ea typeface="Arial"/>
                <a:cs typeface="Arial"/>
              </a:rPr>
              <a:t>TEAM EXPLANATION AND VIVA</a:t>
            </a:r>
          </a:p>
        </p:txBody>
      </p:sp>
      <p:sp>
        <p:nvSpPr>
          <p:cNvPr id="5" name="footer-3-2">
            <a:extLst>
              <a:ext uri="{FF2B5EF4-FFF2-40B4-BE49-F238E27FC236}">
                <a16:creationId xmlns:a16="http://schemas.microsoft.com/office/drawing/2014/main" id="{D28B1D7F-36AD-44E6-9017-E25863821E10}"/>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01 / 12</a:t>
            </a:r>
          </a:p>
        </p:txBody>
      </p:sp>
      <p:sp>
        <p:nvSpPr>
          <p:cNvPr id="6" name="title-1-3">
            <a:extLst>
              <a:ext uri="{FF2B5EF4-FFF2-40B4-BE49-F238E27FC236}">
                <a16:creationId xmlns:a16="http://schemas.microsoft.com/office/drawing/2014/main" id="{B6AFC21F-6EC9-4800-AFB6-7F8E3445491F}"/>
              </a:ext>
            </a:extLst>
          </p:cNvPr>
          <p:cNvSpPr>
            <a:spLocks noGrp="1"/>
          </p:cNvSpPr>
          <p:nvPr/>
        </p:nvSpPr>
        <p:spPr>
          <a:xfrm>
            <a:off x="552450" y="1047750"/>
            <a:ext cx="6191250" cy="1333500"/>
          </a:xfrm>
          <a:prstGeom prst="rect">
            <a:avLst/>
          </a:prstGeom>
          <a:noFill/>
          <a:ln w="0">
            <a:noFill/>
          </a:ln>
        </p:spPr>
        <p:txBody>
          <a:bodyPr wrap="square" lIns="0" tIns="0" rIns="0" bIns="0" anchor="t">
            <a:noAutofit/>
          </a:bodyPr>
          <a:lstStyle>
            <a:defPPr>
              <a:defRPr sz="4275" b="1">
                <a:solidFill>
                  <a:srgbClr val="F4F1E9"/>
                </a:solidFill>
                <a:latin typeface="Arial"/>
                <a:ea typeface="Arial"/>
                <a:cs typeface="Arial"/>
              </a:defRPr>
            </a:defPPr>
            <a:lvl1pPr>
              <a:defRPr sz="4275" b="1">
                <a:solidFill>
                  <a:srgbClr val="F4F1E9"/>
                </a:solidFill>
                <a:latin typeface="Arial"/>
                <a:ea typeface="Arial"/>
                <a:cs typeface="Arial"/>
              </a:defRPr>
            </a:lvl1pPr>
            <a:lvl2pPr>
              <a:defRPr sz="4275" b="1">
                <a:solidFill>
                  <a:srgbClr val="F4F1E9"/>
                </a:solidFill>
                <a:latin typeface="Arial"/>
                <a:ea typeface="Arial"/>
                <a:cs typeface="Arial"/>
              </a:defRPr>
            </a:lvl2pPr>
            <a:lvl3pPr>
              <a:defRPr sz="4275" b="1">
                <a:solidFill>
                  <a:srgbClr val="F4F1E9"/>
                </a:solidFill>
                <a:latin typeface="Arial"/>
                <a:ea typeface="Arial"/>
                <a:cs typeface="Arial"/>
              </a:defRPr>
            </a:lvl3pPr>
            <a:lvl4pPr>
              <a:defRPr sz="4275" b="1">
                <a:solidFill>
                  <a:srgbClr val="F4F1E9"/>
                </a:solidFill>
                <a:latin typeface="Arial"/>
                <a:ea typeface="Arial"/>
                <a:cs typeface="Arial"/>
              </a:defRPr>
            </a:lvl4pPr>
            <a:lvl5pPr>
              <a:defRPr sz="4275" b="1">
                <a:solidFill>
                  <a:srgbClr val="F4F1E9"/>
                </a:solidFill>
                <a:latin typeface="Arial"/>
                <a:ea typeface="Arial"/>
                <a:cs typeface="Arial"/>
              </a:defRPr>
            </a:lvl5pPr>
            <a:lvl6pPr>
              <a:defRPr sz="4275" b="1">
                <a:solidFill>
                  <a:srgbClr val="F4F1E9"/>
                </a:solidFill>
                <a:latin typeface="Arial"/>
                <a:ea typeface="Arial"/>
                <a:cs typeface="Arial"/>
              </a:defRPr>
            </a:lvl6pPr>
            <a:lvl7pPr>
              <a:defRPr sz="4275" b="1">
                <a:solidFill>
                  <a:srgbClr val="F4F1E9"/>
                </a:solidFill>
                <a:latin typeface="Arial"/>
                <a:ea typeface="Arial"/>
                <a:cs typeface="Arial"/>
              </a:defRPr>
            </a:lvl7pPr>
            <a:lvl8pPr>
              <a:defRPr sz="4275" b="1">
                <a:solidFill>
                  <a:srgbClr val="F4F1E9"/>
                </a:solidFill>
                <a:latin typeface="Arial"/>
                <a:ea typeface="Arial"/>
                <a:cs typeface="Arial"/>
              </a:defRPr>
            </a:lvl8pPr>
            <a:lvl9pPr>
              <a:defRPr sz="4275" b="1">
                <a:solidFill>
                  <a:srgbClr val="F4F1E9"/>
                </a:solidFill>
                <a:latin typeface="Arial"/>
                <a:ea typeface="Arial"/>
                <a:cs typeface="Arial"/>
              </a:defRPr>
            </a:lvl9pPr>
          </a:lstStyle>
          <a:p>
            <a:pPr>
              <a:defRPr sz="4275" b="1">
                <a:solidFill>
                  <a:srgbClr val="F4F1E9"/>
                </a:solidFill>
                <a:latin typeface="Arial"/>
                <a:ea typeface="Arial"/>
                <a:cs typeface="Arial"/>
              </a:defRPr>
            </a:pPr>
            <a:r>
              <a:rPr sz="4275" b="1">
                <a:solidFill>
                  <a:srgbClr val="F4F1E9"/>
                </a:solidFill>
                <a:latin typeface="Arial"/>
                <a:ea typeface="Arial"/>
                <a:cs typeface="Arial"/>
              </a:rPr>
              <a:t>AeroPredict: team explanation</a:t>
            </a:r>
          </a:p>
        </p:txBody>
      </p:sp>
      <p:sp>
        <p:nvSpPr>
          <p:cNvPr id="7" name="body-4-4">
            <a:extLst>
              <a:ext uri="{FF2B5EF4-FFF2-40B4-BE49-F238E27FC236}">
                <a16:creationId xmlns:a16="http://schemas.microsoft.com/office/drawing/2014/main" id="{E13F73E6-6C6E-4BAD-910A-7341DE03EFDA}"/>
              </a:ext>
            </a:extLst>
          </p:cNvPr>
          <p:cNvSpPr>
            <a:spLocks noGrp="1"/>
          </p:cNvSpPr>
          <p:nvPr/>
        </p:nvSpPr>
        <p:spPr>
          <a:xfrm>
            <a:off x="552450" y="2733675"/>
            <a:ext cx="5762625" cy="1276350"/>
          </a:xfrm>
          <a:prstGeom prst="rect">
            <a:avLst/>
          </a:prstGeom>
          <a:noFill/>
          <a:ln w="0">
            <a:noFill/>
          </a:ln>
        </p:spPr>
        <p:txBody>
          <a:bodyPr wrap="square" lIns="0" tIns="0" rIns="0" bIns="0" anchor="t">
            <a:noAutofit/>
          </a:bodyPr>
          <a:lstStyle>
            <a:defPPr>
              <a:defRPr sz="3150" b="1">
                <a:solidFill>
                  <a:srgbClr val="D5AF83"/>
                </a:solidFill>
                <a:latin typeface="Arial"/>
                <a:ea typeface="Arial"/>
                <a:cs typeface="Arial"/>
              </a:defRPr>
            </a:defPPr>
            <a:lvl1pPr>
              <a:defRPr sz="3150" b="1">
                <a:solidFill>
                  <a:srgbClr val="D5AF83"/>
                </a:solidFill>
                <a:latin typeface="Arial"/>
                <a:ea typeface="Arial"/>
                <a:cs typeface="Arial"/>
              </a:defRPr>
            </a:lvl1pPr>
            <a:lvl2pPr>
              <a:defRPr sz="3150" b="1">
                <a:solidFill>
                  <a:srgbClr val="D5AF83"/>
                </a:solidFill>
                <a:latin typeface="Arial"/>
                <a:ea typeface="Arial"/>
                <a:cs typeface="Arial"/>
              </a:defRPr>
            </a:lvl2pPr>
            <a:lvl3pPr>
              <a:defRPr sz="3150" b="1">
                <a:solidFill>
                  <a:srgbClr val="D5AF83"/>
                </a:solidFill>
                <a:latin typeface="Arial"/>
                <a:ea typeface="Arial"/>
                <a:cs typeface="Arial"/>
              </a:defRPr>
            </a:lvl3pPr>
            <a:lvl4pPr>
              <a:defRPr sz="3150" b="1">
                <a:solidFill>
                  <a:srgbClr val="D5AF83"/>
                </a:solidFill>
                <a:latin typeface="Arial"/>
                <a:ea typeface="Arial"/>
                <a:cs typeface="Arial"/>
              </a:defRPr>
            </a:lvl4pPr>
            <a:lvl5pPr>
              <a:defRPr sz="3150" b="1">
                <a:solidFill>
                  <a:srgbClr val="D5AF83"/>
                </a:solidFill>
                <a:latin typeface="Arial"/>
                <a:ea typeface="Arial"/>
                <a:cs typeface="Arial"/>
              </a:defRPr>
            </a:lvl5pPr>
            <a:lvl6pPr>
              <a:defRPr sz="3150" b="1">
                <a:solidFill>
                  <a:srgbClr val="D5AF83"/>
                </a:solidFill>
                <a:latin typeface="Arial"/>
                <a:ea typeface="Arial"/>
                <a:cs typeface="Arial"/>
              </a:defRPr>
            </a:lvl6pPr>
            <a:lvl7pPr>
              <a:defRPr sz="3150" b="1">
                <a:solidFill>
                  <a:srgbClr val="D5AF83"/>
                </a:solidFill>
                <a:latin typeface="Arial"/>
                <a:ea typeface="Arial"/>
                <a:cs typeface="Arial"/>
              </a:defRPr>
            </a:lvl7pPr>
            <a:lvl8pPr>
              <a:defRPr sz="3150" b="1">
                <a:solidFill>
                  <a:srgbClr val="D5AF83"/>
                </a:solidFill>
                <a:latin typeface="Arial"/>
                <a:ea typeface="Arial"/>
                <a:cs typeface="Arial"/>
              </a:defRPr>
            </a:lvl8pPr>
            <a:lvl9pPr>
              <a:defRPr sz="3150" b="1">
                <a:solidFill>
                  <a:srgbClr val="D5AF83"/>
                </a:solidFill>
                <a:latin typeface="Arial"/>
                <a:ea typeface="Arial"/>
                <a:cs typeface="Arial"/>
              </a:defRPr>
            </a:lvl9pPr>
          </a:lstStyle>
          <a:p>
            <a:pPr>
              <a:defRPr sz="3150" b="1">
                <a:solidFill>
                  <a:srgbClr val="D5AF83"/>
                </a:solidFill>
                <a:latin typeface="Arial"/>
                <a:ea typeface="Arial"/>
                <a:cs typeface="Arial"/>
              </a:defRPr>
            </a:pPr>
            <a:r>
              <a:rPr sz="3150" b="1">
                <a:solidFill>
                  <a:srgbClr val="D5AF83"/>
                </a:solidFill>
                <a:latin typeface="Arial"/>
                <a:ea typeface="Arial"/>
                <a:cs typeface="Arial"/>
              </a:rPr>
              <a:t>The explanation every teammate should know</a:t>
            </a:r>
          </a:p>
        </p:txBody>
      </p:sp>
      <p:sp>
        <p:nvSpPr>
          <p:cNvPr id="8" name="body-5-5">
            <a:extLst>
              <a:ext uri="{FF2B5EF4-FFF2-40B4-BE49-F238E27FC236}">
                <a16:creationId xmlns:a16="http://schemas.microsoft.com/office/drawing/2014/main" id="{178677E2-F702-4730-A13D-1C4E1344A1AE}"/>
              </a:ext>
            </a:extLst>
          </p:cNvPr>
          <p:cNvSpPr>
            <a:spLocks noGrp="1"/>
          </p:cNvSpPr>
          <p:nvPr/>
        </p:nvSpPr>
        <p:spPr>
          <a:xfrm>
            <a:off x="552450" y="4248150"/>
            <a:ext cx="6096000" cy="1343025"/>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An offline Random Forest study uses the existing dataset.</a:t>
            </a:r>
          </a:p>
          <a:p>
            <a:pPr>
              <a:defRPr sz="2100" b="0">
                <a:solidFill>
                  <a:srgbClr val="F4F1E9"/>
                </a:solidFill>
                <a:latin typeface="Arial"/>
                <a:ea typeface="Arial"/>
                <a:cs typeface="Arial"/>
              </a:defRPr>
            </a:pPr>
            <a:r>
              <a:rPr sz="2100" b="0">
                <a:solidFill>
                  <a:srgbClr val="F4F1E9"/>
                </a:solidFill>
                <a:latin typeface="Arial"/>
                <a:ea typeface="Arial"/>
                <a:cs typeface="Arial"/>
              </a:rPr>
              <a:t>The 3D website explains scenario conditions and flight journeys.</a:t>
            </a:r>
          </a:p>
        </p:txBody>
      </p:sp>
      <p:sp>
        <p:nvSpPr>
          <p:cNvPr id="9" name="body-6-6">
            <a:extLst>
              <a:ext uri="{FF2B5EF4-FFF2-40B4-BE49-F238E27FC236}">
                <a16:creationId xmlns:a16="http://schemas.microsoft.com/office/drawing/2014/main" id="{65E47950-BE5D-4ACF-A57E-93CFED321E2D}"/>
              </a:ext>
            </a:extLst>
          </p:cNvPr>
          <p:cNvSpPr>
            <a:spLocks noGrp="1"/>
          </p:cNvSpPr>
          <p:nvPr/>
        </p:nvSpPr>
        <p:spPr>
          <a:xfrm>
            <a:off x="552450" y="5972175"/>
            <a:ext cx="9810750" cy="495300"/>
          </a:xfrm>
          <a:prstGeom prst="rect">
            <a:avLst/>
          </a:prstGeom>
          <a:noFill/>
          <a:ln w="0">
            <a:noFill/>
          </a:ln>
        </p:spPr>
        <p:txBody>
          <a:bodyPr wrap="square" lIns="0" tIns="0" rIns="0" bIns="0" anchor="t">
            <a:noAutofit/>
          </a:bodyPr>
          <a:lstStyle>
            <a:defPPr>
              <a:defRPr sz="1650" b="0">
                <a:solidFill>
                  <a:srgbClr val="F4F1E9"/>
                </a:solidFill>
                <a:latin typeface="Arial"/>
                <a:ea typeface="Arial"/>
                <a:cs typeface="Arial"/>
              </a:defRPr>
            </a:defPPr>
            <a:lvl1pPr>
              <a:defRPr sz="1650" b="0">
                <a:solidFill>
                  <a:srgbClr val="F4F1E9"/>
                </a:solidFill>
                <a:latin typeface="Arial"/>
                <a:ea typeface="Arial"/>
                <a:cs typeface="Arial"/>
              </a:defRPr>
            </a:lvl1pPr>
            <a:lvl2pPr>
              <a:defRPr sz="1650" b="0">
                <a:solidFill>
                  <a:srgbClr val="F4F1E9"/>
                </a:solidFill>
                <a:latin typeface="Arial"/>
                <a:ea typeface="Arial"/>
                <a:cs typeface="Arial"/>
              </a:defRPr>
            </a:lvl2pPr>
            <a:lvl3pPr>
              <a:defRPr sz="1650" b="0">
                <a:solidFill>
                  <a:srgbClr val="F4F1E9"/>
                </a:solidFill>
                <a:latin typeface="Arial"/>
                <a:ea typeface="Arial"/>
                <a:cs typeface="Arial"/>
              </a:defRPr>
            </a:lvl3pPr>
            <a:lvl4pPr>
              <a:defRPr sz="1650" b="0">
                <a:solidFill>
                  <a:srgbClr val="F4F1E9"/>
                </a:solidFill>
                <a:latin typeface="Arial"/>
                <a:ea typeface="Arial"/>
                <a:cs typeface="Arial"/>
              </a:defRPr>
            </a:lvl4pPr>
            <a:lvl5pPr>
              <a:defRPr sz="1650" b="0">
                <a:solidFill>
                  <a:srgbClr val="F4F1E9"/>
                </a:solidFill>
                <a:latin typeface="Arial"/>
                <a:ea typeface="Arial"/>
                <a:cs typeface="Arial"/>
              </a:defRPr>
            </a:lvl5pPr>
            <a:lvl6pPr>
              <a:defRPr sz="1650" b="0">
                <a:solidFill>
                  <a:srgbClr val="F4F1E9"/>
                </a:solidFill>
                <a:latin typeface="Arial"/>
                <a:ea typeface="Arial"/>
                <a:cs typeface="Arial"/>
              </a:defRPr>
            </a:lvl6pPr>
            <a:lvl7pPr>
              <a:defRPr sz="1650" b="0">
                <a:solidFill>
                  <a:srgbClr val="F4F1E9"/>
                </a:solidFill>
                <a:latin typeface="Arial"/>
                <a:ea typeface="Arial"/>
                <a:cs typeface="Arial"/>
              </a:defRPr>
            </a:lvl7pPr>
            <a:lvl8pPr>
              <a:defRPr sz="1650" b="0">
                <a:solidFill>
                  <a:srgbClr val="F4F1E9"/>
                </a:solidFill>
                <a:latin typeface="Arial"/>
                <a:ea typeface="Arial"/>
                <a:cs typeface="Arial"/>
              </a:defRPr>
            </a:lvl8pPr>
            <a:lvl9pPr>
              <a:defRPr sz="1650" b="0">
                <a:solidFill>
                  <a:srgbClr val="F4F1E9"/>
                </a:solidFill>
                <a:latin typeface="Arial"/>
                <a:ea typeface="Arial"/>
                <a:cs typeface="Arial"/>
              </a:defRPr>
            </a:lvl9pPr>
          </a:lstStyle>
          <a:p>
            <a:pPr>
              <a:defRPr sz="1650" b="0">
                <a:solidFill>
                  <a:srgbClr val="F4F1E9"/>
                </a:solidFill>
                <a:latin typeface="Arial"/>
                <a:ea typeface="Arial"/>
                <a:cs typeface="Arial"/>
              </a:defRPr>
            </a:pPr>
            <a:r>
              <a:rPr sz="1650" b="0">
                <a:solidFill>
                  <a:srgbClr val="F4F1E9"/>
                </a:solidFill>
                <a:latin typeface="Arial"/>
                <a:ea typeface="Arial"/>
                <a:cs typeface="Arial"/>
              </a:rPr>
              <a:t>Speaking notes contain file references, worked answers and implementation details.</a:t>
            </a:r>
          </a:p>
        </p:txBody>
      </p:sp>
    </p:spTree>
    <p:extLst>
      <p:ext uri="{BB962C8B-B14F-4D97-AF65-F5344CB8AC3E}">
        <p14:creationId xmlns:p14="http://schemas.microsoft.com/office/powerpoint/2010/main" val="949729433"/>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D1D96163-914A-49C7-975C-802BD5FDA4EC}"/>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C7CD9F36-A31D-43DB-AC1D-F7ADDAED25ED}"/>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TEAM EXPLANATION AND VIVA</a:t>
            </a:r>
          </a:p>
        </p:txBody>
      </p:sp>
      <p:sp>
        <p:nvSpPr>
          <p:cNvPr id="4" name="footer-3-2">
            <a:extLst>
              <a:ext uri="{FF2B5EF4-FFF2-40B4-BE49-F238E27FC236}">
                <a16:creationId xmlns:a16="http://schemas.microsoft.com/office/drawing/2014/main" id="{D9AA4DDD-C9D5-49CC-98A9-DC887AA3BBA9}"/>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02 / 12</a:t>
            </a:r>
          </a:p>
        </p:txBody>
      </p:sp>
      <p:sp>
        <p:nvSpPr>
          <p:cNvPr id="5" name="title-1-3">
            <a:extLst>
              <a:ext uri="{FF2B5EF4-FFF2-40B4-BE49-F238E27FC236}">
                <a16:creationId xmlns:a16="http://schemas.microsoft.com/office/drawing/2014/main" id="{03B6E36F-9C54-464A-BC87-E9875853F21F}"/>
              </a:ext>
            </a:extLst>
          </p:cNvPr>
          <p:cNvSpPr>
            <a:spLocks noGrp="1"/>
          </p:cNvSpPr>
          <p:nvPr/>
        </p:nvSpPr>
        <p:spPr>
          <a:xfrm>
            <a:off x="552450" y="752475"/>
            <a:ext cx="1095375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Project components and code map</a:t>
            </a:r>
          </a:p>
        </p:txBody>
      </p:sp>
      <p:sp>
        <p:nvSpPr>
          <p:cNvPr id="6" name="background-4">
            <a:extLst>
              <a:ext uri="{FF2B5EF4-FFF2-40B4-BE49-F238E27FC236}">
                <a16:creationId xmlns:a16="http://schemas.microsoft.com/office/drawing/2014/main" id="{3429FD75-1285-485F-BDC3-05CC3BA02075}"/>
              </a:ext>
            </a:extLst>
          </p:cNvPr>
          <p:cNvSpPr>
            <a:spLocks noGrp="1"/>
          </p:cNvSpPr>
          <p:nvPr/>
        </p:nvSpPr>
        <p:spPr>
          <a:xfrm>
            <a:off x="552450" y="6257925"/>
            <a:ext cx="9906000" cy="9525"/>
          </a:xfrm>
          <a:prstGeom prst="rect">
            <a:avLst/>
          </a:prstGeom>
          <a:solidFill>
            <a:srgbClr val="435046"/>
          </a:solidFill>
          <a:ln w="0">
            <a:noFill/>
          </a:ln>
        </p:spPr>
      </p:sp>
      <p:sp>
        <p:nvSpPr>
          <p:cNvPr id="7" name="reveal-5">
            <a:extLst>
              <a:ext uri="{FF2B5EF4-FFF2-40B4-BE49-F238E27FC236}">
                <a16:creationId xmlns:a16="http://schemas.microsoft.com/office/drawing/2014/main" id="{D383F756-EBF5-4767-8932-F1898F793FAA}"/>
              </a:ext>
            </a:extLst>
          </p:cNvPr>
          <p:cNvSpPr>
            <a:spLocks noGrp="1"/>
          </p:cNvSpPr>
          <p:nvPr/>
        </p:nvSpPr>
        <p:spPr>
          <a:xfrm>
            <a:off x="552450" y="2009775"/>
            <a:ext cx="3547872" cy="2667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File or location</a:t>
            </a:r>
          </a:p>
        </p:txBody>
      </p:sp>
      <p:sp>
        <p:nvSpPr>
          <p:cNvPr id="8" name="reveal-6">
            <a:extLst>
              <a:ext uri="{FF2B5EF4-FFF2-40B4-BE49-F238E27FC236}">
                <a16:creationId xmlns:a16="http://schemas.microsoft.com/office/drawing/2014/main" id="{E076EC02-D1FF-49FC-92D8-4D990A480B69}"/>
              </a:ext>
            </a:extLst>
          </p:cNvPr>
          <p:cNvSpPr>
            <a:spLocks noGrp="1"/>
          </p:cNvSpPr>
          <p:nvPr/>
        </p:nvSpPr>
        <p:spPr>
          <a:xfrm>
            <a:off x="4953000" y="2009775"/>
            <a:ext cx="6686550" cy="2667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Explain this role</a:t>
            </a:r>
          </a:p>
        </p:txBody>
      </p:sp>
      <p:sp>
        <p:nvSpPr>
          <p:cNvPr id="9" name="background-7">
            <a:extLst>
              <a:ext uri="{FF2B5EF4-FFF2-40B4-BE49-F238E27FC236}">
                <a16:creationId xmlns:a16="http://schemas.microsoft.com/office/drawing/2014/main" id="{E5A92FA8-0EF3-47DB-9D92-6C1E02DE6284}"/>
              </a:ext>
            </a:extLst>
          </p:cNvPr>
          <p:cNvSpPr>
            <a:spLocks noGrp="1"/>
          </p:cNvSpPr>
          <p:nvPr/>
        </p:nvSpPr>
        <p:spPr>
          <a:xfrm>
            <a:off x="552450" y="2333625"/>
            <a:ext cx="11087100" cy="9525"/>
          </a:xfrm>
          <a:prstGeom prst="rect">
            <a:avLst/>
          </a:prstGeom>
          <a:solidFill>
            <a:srgbClr val="435046"/>
          </a:solidFill>
          <a:ln w="0">
            <a:noFill/>
          </a:ln>
        </p:spPr>
      </p:sp>
      <p:sp>
        <p:nvSpPr>
          <p:cNvPr id="10" name="reveal-8">
            <a:extLst>
              <a:ext uri="{FF2B5EF4-FFF2-40B4-BE49-F238E27FC236}">
                <a16:creationId xmlns:a16="http://schemas.microsoft.com/office/drawing/2014/main" id="{FD75C0E8-2688-4490-ACFA-62EA51A97424}"/>
              </a:ext>
            </a:extLst>
          </p:cNvPr>
          <p:cNvSpPr>
            <a:spLocks noGrp="1"/>
          </p:cNvSpPr>
          <p:nvPr/>
        </p:nvSpPr>
        <p:spPr>
          <a:xfrm>
            <a:off x="552450" y="2466975"/>
            <a:ext cx="4133850" cy="541020"/>
          </a:xfrm>
          <a:prstGeom prst="rect">
            <a:avLst/>
          </a:prstGeom>
          <a:noFill/>
          <a:ln w="0">
            <a:noFill/>
          </a:ln>
        </p:spPr>
        <p:txBody>
          <a:bodyPr wrap="square" lIns="0" tIns="0" rIns="0" bIns="0" anchor="t">
            <a:noAutofit/>
          </a:bodyPr>
          <a:lstStyle>
            <a:defPPr>
              <a:defRPr sz="1800" b="1">
                <a:solidFill>
                  <a:srgbClr val="F4F1E9"/>
                </a:solidFill>
                <a:latin typeface="Arial"/>
                <a:ea typeface="Arial"/>
                <a:cs typeface="Arial"/>
              </a:defRPr>
            </a:defPPr>
            <a:lvl1pPr>
              <a:defRPr sz="1800" b="1">
                <a:solidFill>
                  <a:srgbClr val="F4F1E9"/>
                </a:solidFill>
                <a:latin typeface="Arial"/>
                <a:ea typeface="Arial"/>
                <a:cs typeface="Arial"/>
              </a:defRPr>
            </a:lvl1pPr>
            <a:lvl2pPr>
              <a:defRPr sz="1800" b="1">
                <a:solidFill>
                  <a:srgbClr val="F4F1E9"/>
                </a:solidFill>
                <a:latin typeface="Arial"/>
                <a:ea typeface="Arial"/>
                <a:cs typeface="Arial"/>
              </a:defRPr>
            </a:lvl2pPr>
            <a:lvl3pPr>
              <a:defRPr sz="1800" b="1">
                <a:solidFill>
                  <a:srgbClr val="F4F1E9"/>
                </a:solidFill>
                <a:latin typeface="Arial"/>
                <a:ea typeface="Arial"/>
                <a:cs typeface="Arial"/>
              </a:defRPr>
            </a:lvl3pPr>
            <a:lvl4pPr>
              <a:defRPr sz="1800" b="1">
                <a:solidFill>
                  <a:srgbClr val="F4F1E9"/>
                </a:solidFill>
                <a:latin typeface="Arial"/>
                <a:ea typeface="Arial"/>
                <a:cs typeface="Arial"/>
              </a:defRPr>
            </a:lvl4pPr>
            <a:lvl5pPr>
              <a:defRPr sz="1800" b="1">
                <a:solidFill>
                  <a:srgbClr val="F4F1E9"/>
                </a:solidFill>
                <a:latin typeface="Arial"/>
                <a:ea typeface="Arial"/>
                <a:cs typeface="Arial"/>
              </a:defRPr>
            </a:lvl5pPr>
            <a:lvl6pPr>
              <a:defRPr sz="1800" b="1">
                <a:solidFill>
                  <a:srgbClr val="F4F1E9"/>
                </a:solidFill>
                <a:latin typeface="Arial"/>
                <a:ea typeface="Arial"/>
                <a:cs typeface="Arial"/>
              </a:defRPr>
            </a:lvl6pPr>
            <a:lvl7pPr>
              <a:defRPr sz="1800" b="1">
                <a:solidFill>
                  <a:srgbClr val="F4F1E9"/>
                </a:solidFill>
                <a:latin typeface="Arial"/>
                <a:ea typeface="Arial"/>
                <a:cs typeface="Arial"/>
              </a:defRPr>
            </a:lvl7pPr>
            <a:lvl8pPr>
              <a:defRPr sz="1800" b="1">
                <a:solidFill>
                  <a:srgbClr val="F4F1E9"/>
                </a:solidFill>
                <a:latin typeface="Arial"/>
                <a:ea typeface="Arial"/>
                <a:cs typeface="Arial"/>
              </a:defRPr>
            </a:lvl8pPr>
            <a:lvl9pPr>
              <a:defRPr sz="1800" b="1">
                <a:solidFill>
                  <a:srgbClr val="F4F1E9"/>
                </a:solidFill>
                <a:latin typeface="Arial"/>
                <a:ea typeface="Arial"/>
                <a:cs typeface="Arial"/>
              </a:defRPr>
            </a:lvl9pPr>
          </a:lstStyle>
          <a:p>
            <a:pPr>
              <a:defRPr sz="1800" b="1">
                <a:solidFill>
                  <a:srgbClr val="F4F1E9"/>
                </a:solidFill>
                <a:latin typeface="Arial"/>
                <a:ea typeface="Arial"/>
                <a:cs typeface="Arial"/>
              </a:defRPr>
            </a:pPr>
            <a:r>
              <a:rPr sz="1800" b="1">
                <a:solidFill>
                  <a:srgbClr val="F4F1E9"/>
                </a:solidFill>
                <a:latin typeface="Arial"/>
                <a:ea typeface="Arial"/>
                <a:cs typeface="Arial"/>
              </a:rPr>
              <a:t>RF study / train_evaluate.py</a:t>
            </a:r>
          </a:p>
        </p:txBody>
      </p:sp>
      <p:sp>
        <p:nvSpPr>
          <p:cNvPr id="11" name="reveal-9">
            <a:extLst>
              <a:ext uri="{FF2B5EF4-FFF2-40B4-BE49-F238E27FC236}">
                <a16:creationId xmlns:a16="http://schemas.microsoft.com/office/drawing/2014/main" id="{95A1B5C4-E40D-46BC-8D29-708401CCC39F}"/>
              </a:ext>
            </a:extLst>
          </p:cNvPr>
          <p:cNvSpPr>
            <a:spLocks noGrp="1"/>
          </p:cNvSpPr>
          <p:nvPr/>
        </p:nvSpPr>
        <p:spPr>
          <a:xfrm>
            <a:off x="4953000" y="2466975"/>
            <a:ext cx="6686550" cy="541020"/>
          </a:xfrm>
          <a:prstGeom prst="rect">
            <a:avLst/>
          </a:prstGeom>
          <a:noFill/>
          <a:ln w="0">
            <a:noFill/>
          </a:ln>
        </p:spPr>
        <p:txBody>
          <a:bodyPr wrap="square" lIns="0" tIns="0" rIns="0" bIns="0" anchor="t">
            <a:noAutofit/>
          </a:bodyPr>
          <a:lstStyle>
            <a:defPPr>
              <a:defRPr sz="1800" b="0">
                <a:solidFill>
                  <a:srgbClr val="F4F1E9"/>
                </a:solidFill>
                <a:latin typeface="Arial"/>
                <a:ea typeface="Arial"/>
                <a:cs typeface="Arial"/>
              </a:defRPr>
            </a:defPPr>
            <a:lvl1pPr>
              <a:defRPr sz="1800" b="0">
                <a:solidFill>
                  <a:srgbClr val="F4F1E9"/>
                </a:solidFill>
                <a:latin typeface="Arial"/>
                <a:ea typeface="Arial"/>
                <a:cs typeface="Arial"/>
              </a:defRPr>
            </a:lvl1pPr>
            <a:lvl2pPr>
              <a:defRPr sz="1800" b="0">
                <a:solidFill>
                  <a:srgbClr val="F4F1E9"/>
                </a:solidFill>
                <a:latin typeface="Arial"/>
                <a:ea typeface="Arial"/>
                <a:cs typeface="Arial"/>
              </a:defRPr>
            </a:lvl2pPr>
            <a:lvl3pPr>
              <a:defRPr sz="1800" b="0">
                <a:solidFill>
                  <a:srgbClr val="F4F1E9"/>
                </a:solidFill>
                <a:latin typeface="Arial"/>
                <a:ea typeface="Arial"/>
                <a:cs typeface="Arial"/>
              </a:defRPr>
            </a:lvl3pPr>
            <a:lvl4pPr>
              <a:defRPr sz="1800" b="0">
                <a:solidFill>
                  <a:srgbClr val="F4F1E9"/>
                </a:solidFill>
                <a:latin typeface="Arial"/>
                <a:ea typeface="Arial"/>
                <a:cs typeface="Arial"/>
              </a:defRPr>
            </a:lvl4pPr>
            <a:lvl5pPr>
              <a:defRPr sz="1800" b="0">
                <a:solidFill>
                  <a:srgbClr val="F4F1E9"/>
                </a:solidFill>
                <a:latin typeface="Arial"/>
                <a:ea typeface="Arial"/>
                <a:cs typeface="Arial"/>
              </a:defRPr>
            </a:lvl5pPr>
            <a:lvl6pPr>
              <a:defRPr sz="1800" b="0">
                <a:solidFill>
                  <a:srgbClr val="F4F1E9"/>
                </a:solidFill>
                <a:latin typeface="Arial"/>
                <a:ea typeface="Arial"/>
                <a:cs typeface="Arial"/>
              </a:defRPr>
            </a:lvl6pPr>
            <a:lvl7pPr>
              <a:defRPr sz="1800" b="0">
                <a:solidFill>
                  <a:srgbClr val="F4F1E9"/>
                </a:solidFill>
                <a:latin typeface="Arial"/>
                <a:ea typeface="Arial"/>
                <a:cs typeface="Arial"/>
              </a:defRPr>
            </a:lvl7pPr>
            <a:lvl8pPr>
              <a:defRPr sz="1800" b="0">
                <a:solidFill>
                  <a:srgbClr val="F4F1E9"/>
                </a:solidFill>
                <a:latin typeface="Arial"/>
                <a:ea typeface="Arial"/>
                <a:cs typeface="Arial"/>
              </a:defRPr>
            </a:lvl8pPr>
            <a:lvl9pPr>
              <a:defRPr sz="1800" b="0">
                <a:solidFill>
                  <a:srgbClr val="F4F1E9"/>
                </a:solidFill>
                <a:latin typeface="Arial"/>
                <a:ea typeface="Arial"/>
                <a:cs typeface="Arial"/>
              </a:defRPr>
            </a:lvl9pPr>
          </a:lstStyle>
          <a:p>
            <a:pPr>
              <a:defRPr sz="1800" b="0">
                <a:solidFill>
                  <a:srgbClr val="F4F1E9"/>
                </a:solidFill>
                <a:latin typeface="Arial"/>
                <a:ea typeface="Arial"/>
                <a:cs typeface="Arial"/>
              </a:defRPr>
            </a:pPr>
            <a:r>
              <a:rPr sz="1800" b="0">
                <a:solidFill>
                  <a:srgbClr val="F4F1E9"/>
                </a:solidFill>
                <a:latin typeface="Arial"/>
                <a:ea typeface="Arial"/>
                <a:cs typeface="Arial"/>
              </a:rPr>
              <a:t>Read exact features, train models, evaluate and save outputs</a:t>
            </a:r>
          </a:p>
        </p:txBody>
      </p:sp>
      <p:sp>
        <p:nvSpPr>
          <p:cNvPr id="12" name="background-10">
            <a:extLst>
              <a:ext uri="{FF2B5EF4-FFF2-40B4-BE49-F238E27FC236}">
                <a16:creationId xmlns:a16="http://schemas.microsoft.com/office/drawing/2014/main" id="{26B2BA61-7A8C-47AE-8843-4A41F7755670}"/>
              </a:ext>
            </a:extLst>
          </p:cNvPr>
          <p:cNvSpPr>
            <a:spLocks noGrp="1"/>
          </p:cNvSpPr>
          <p:nvPr/>
        </p:nvSpPr>
        <p:spPr>
          <a:xfrm>
            <a:off x="552450" y="3036570"/>
            <a:ext cx="11087100" cy="9525"/>
          </a:xfrm>
          <a:prstGeom prst="rect">
            <a:avLst/>
          </a:prstGeom>
          <a:solidFill>
            <a:srgbClr val="435046"/>
          </a:solidFill>
          <a:ln w="0">
            <a:noFill/>
          </a:ln>
        </p:spPr>
      </p:sp>
      <p:sp>
        <p:nvSpPr>
          <p:cNvPr id="13" name="reveal-11">
            <a:extLst>
              <a:ext uri="{FF2B5EF4-FFF2-40B4-BE49-F238E27FC236}">
                <a16:creationId xmlns:a16="http://schemas.microsoft.com/office/drawing/2014/main" id="{AE85899F-CDA2-464E-97E7-0CB04FE16A9A}"/>
              </a:ext>
            </a:extLst>
          </p:cNvPr>
          <p:cNvSpPr>
            <a:spLocks noGrp="1"/>
          </p:cNvSpPr>
          <p:nvPr/>
        </p:nvSpPr>
        <p:spPr>
          <a:xfrm>
            <a:off x="552450" y="3169920"/>
            <a:ext cx="4133850" cy="541020"/>
          </a:xfrm>
          <a:prstGeom prst="rect">
            <a:avLst/>
          </a:prstGeom>
          <a:noFill/>
          <a:ln w="0">
            <a:noFill/>
          </a:ln>
        </p:spPr>
        <p:txBody>
          <a:bodyPr wrap="square" lIns="0" tIns="0" rIns="0" bIns="0" anchor="t">
            <a:noAutofit/>
          </a:bodyPr>
          <a:lstStyle>
            <a:defPPr>
              <a:defRPr sz="1800" b="1">
                <a:solidFill>
                  <a:srgbClr val="F4F1E9"/>
                </a:solidFill>
                <a:latin typeface="Arial"/>
                <a:ea typeface="Arial"/>
                <a:cs typeface="Arial"/>
              </a:defRPr>
            </a:defPPr>
            <a:lvl1pPr>
              <a:defRPr sz="1800" b="1">
                <a:solidFill>
                  <a:srgbClr val="F4F1E9"/>
                </a:solidFill>
                <a:latin typeface="Arial"/>
                <a:ea typeface="Arial"/>
                <a:cs typeface="Arial"/>
              </a:defRPr>
            </a:lvl1pPr>
            <a:lvl2pPr>
              <a:defRPr sz="1800" b="1">
                <a:solidFill>
                  <a:srgbClr val="F4F1E9"/>
                </a:solidFill>
                <a:latin typeface="Arial"/>
                <a:ea typeface="Arial"/>
                <a:cs typeface="Arial"/>
              </a:defRPr>
            </a:lvl2pPr>
            <a:lvl3pPr>
              <a:defRPr sz="1800" b="1">
                <a:solidFill>
                  <a:srgbClr val="F4F1E9"/>
                </a:solidFill>
                <a:latin typeface="Arial"/>
                <a:ea typeface="Arial"/>
                <a:cs typeface="Arial"/>
              </a:defRPr>
            </a:lvl3pPr>
            <a:lvl4pPr>
              <a:defRPr sz="1800" b="1">
                <a:solidFill>
                  <a:srgbClr val="F4F1E9"/>
                </a:solidFill>
                <a:latin typeface="Arial"/>
                <a:ea typeface="Arial"/>
                <a:cs typeface="Arial"/>
              </a:defRPr>
            </a:lvl4pPr>
            <a:lvl5pPr>
              <a:defRPr sz="1800" b="1">
                <a:solidFill>
                  <a:srgbClr val="F4F1E9"/>
                </a:solidFill>
                <a:latin typeface="Arial"/>
                <a:ea typeface="Arial"/>
                <a:cs typeface="Arial"/>
              </a:defRPr>
            </a:lvl5pPr>
            <a:lvl6pPr>
              <a:defRPr sz="1800" b="1">
                <a:solidFill>
                  <a:srgbClr val="F4F1E9"/>
                </a:solidFill>
                <a:latin typeface="Arial"/>
                <a:ea typeface="Arial"/>
                <a:cs typeface="Arial"/>
              </a:defRPr>
            </a:lvl6pPr>
            <a:lvl7pPr>
              <a:defRPr sz="1800" b="1">
                <a:solidFill>
                  <a:srgbClr val="F4F1E9"/>
                </a:solidFill>
                <a:latin typeface="Arial"/>
                <a:ea typeface="Arial"/>
                <a:cs typeface="Arial"/>
              </a:defRPr>
            </a:lvl7pPr>
            <a:lvl8pPr>
              <a:defRPr sz="1800" b="1">
                <a:solidFill>
                  <a:srgbClr val="F4F1E9"/>
                </a:solidFill>
                <a:latin typeface="Arial"/>
                <a:ea typeface="Arial"/>
                <a:cs typeface="Arial"/>
              </a:defRPr>
            </a:lvl8pPr>
            <a:lvl9pPr>
              <a:defRPr sz="1800" b="1">
                <a:solidFill>
                  <a:srgbClr val="F4F1E9"/>
                </a:solidFill>
                <a:latin typeface="Arial"/>
                <a:ea typeface="Arial"/>
                <a:cs typeface="Arial"/>
              </a:defRPr>
            </a:lvl9pPr>
          </a:lstStyle>
          <a:p>
            <a:pPr>
              <a:defRPr sz="1800" b="1">
                <a:solidFill>
                  <a:srgbClr val="F4F1E9"/>
                </a:solidFill>
                <a:latin typeface="Arial"/>
                <a:ea typeface="Arial"/>
                <a:cs typeface="Arial"/>
              </a:defRPr>
            </a:pPr>
            <a:r>
              <a:rPr sz="1800" b="1">
                <a:solidFill>
                  <a:srgbClr val="F4F1E9"/>
                </a:solidFill>
                <a:latin typeface="Arial"/>
                <a:ea typeface="Arial"/>
                <a:cs typeface="Arial"/>
              </a:rPr>
              <a:t>random_forest_*.joblib</a:t>
            </a:r>
          </a:p>
        </p:txBody>
      </p:sp>
      <p:sp>
        <p:nvSpPr>
          <p:cNvPr id="14" name="reveal-12">
            <a:extLst>
              <a:ext uri="{FF2B5EF4-FFF2-40B4-BE49-F238E27FC236}">
                <a16:creationId xmlns:a16="http://schemas.microsoft.com/office/drawing/2014/main" id="{A80163A6-818A-4F64-A88B-3628D0B254B0}"/>
              </a:ext>
            </a:extLst>
          </p:cNvPr>
          <p:cNvSpPr>
            <a:spLocks noGrp="1"/>
          </p:cNvSpPr>
          <p:nvPr/>
        </p:nvSpPr>
        <p:spPr>
          <a:xfrm>
            <a:off x="4953000" y="3169920"/>
            <a:ext cx="6686550" cy="541020"/>
          </a:xfrm>
          <a:prstGeom prst="rect">
            <a:avLst/>
          </a:prstGeom>
          <a:noFill/>
          <a:ln w="0">
            <a:noFill/>
          </a:ln>
        </p:spPr>
        <p:txBody>
          <a:bodyPr wrap="square" lIns="0" tIns="0" rIns="0" bIns="0" anchor="t">
            <a:noAutofit/>
          </a:bodyPr>
          <a:lstStyle>
            <a:defPPr>
              <a:defRPr sz="1800" b="0">
                <a:solidFill>
                  <a:srgbClr val="F4F1E9"/>
                </a:solidFill>
                <a:latin typeface="Arial"/>
                <a:ea typeface="Arial"/>
                <a:cs typeface="Arial"/>
              </a:defRPr>
            </a:defPPr>
            <a:lvl1pPr>
              <a:defRPr sz="1800" b="0">
                <a:solidFill>
                  <a:srgbClr val="F4F1E9"/>
                </a:solidFill>
                <a:latin typeface="Arial"/>
                <a:ea typeface="Arial"/>
                <a:cs typeface="Arial"/>
              </a:defRPr>
            </a:lvl1pPr>
            <a:lvl2pPr>
              <a:defRPr sz="1800" b="0">
                <a:solidFill>
                  <a:srgbClr val="F4F1E9"/>
                </a:solidFill>
                <a:latin typeface="Arial"/>
                <a:ea typeface="Arial"/>
                <a:cs typeface="Arial"/>
              </a:defRPr>
            </a:lvl2pPr>
            <a:lvl3pPr>
              <a:defRPr sz="1800" b="0">
                <a:solidFill>
                  <a:srgbClr val="F4F1E9"/>
                </a:solidFill>
                <a:latin typeface="Arial"/>
                <a:ea typeface="Arial"/>
                <a:cs typeface="Arial"/>
              </a:defRPr>
            </a:lvl3pPr>
            <a:lvl4pPr>
              <a:defRPr sz="1800" b="0">
                <a:solidFill>
                  <a:srgbClr val="F4F1E9"/>
                </a:solidFill>
                <a:latin typeface="Arial"/>
                <a:ea typeface="Arial"/>
                <a:cs typeface="Arial"/>
              </a:defRPr>
            </a:lvl4pPr>
            <a:lvl5pPr>
              <a:defRPr sz="1800" b="0">
                <a:solidFill>
                  <a:srgbClr val="F4F1E9"/>
                </a:solidFill>
                <a:latin typeface="Arial"/>
                <a:ea typeface="Arial"/>
                <a:cs typeface="Arial"/>
              </a:defRPr>
            </a:lvl5pPr>
            <a:lvl6pPr>
              <a:defRPr sz="1800" b="0">
                <a:solidFill>
                  <a:srgbClr val="F4F1E9"/>
                </a:solidFill>
                <a:latin typeface="Arial"/>
                <a:ea typeface="Arial"/>
                <a:cs typeface="Arial"/>
              </a:defRPr>
            </a:lvl6pPr>
            <a:lvl7pPr>
              <a:defRPr sz="1800" b="0">
                <a:solidFill>
                  <a:srgbClr val="F4F1E9"/>
                </a:solidFill>
                <a:latin typeface="Arial"/>
                <a:ea typeface="Arial"/>
                <a:cs typeface="Arial"/>
              </a:defRPr>
            </a:lvl7pPr>
            <a:lvl8pPr>
              <a:defRPr sz="1800" b="0">
                <a:solidFill>
                  <a:srgbClr val="F4F1E9"/>
                </a:solidFill>
                <a:latin typeface="Arial"/>
                <a:ea typeface="Arial"/>
                <a:cs typeface="Arial"/>
              </a:defRPr>
            </a:lvl8pPr>
            <a:lvl9pPr>
              <a:defRPr sz="1800" b="0">
                <a:solidFill>
                  <a:srgbClr val="F4F1E9"/>
                </a:solidFill>
                <a:latin typeface="Arial"/>
                <a:ea typeface="Arial"/>
                <a:cs typeface="Arial"/>
              </a:defRPr>
            </a:lvl9pPr>
          </a:lstStyle>
          <a:p>
            <a:pPr>
              <a:defRPr sz="1800" b="0">
                <a:solidFill>
                  <a:srgbClr val="F4F1E9"/>
                </a:solidFill>
                <a:latin typeface="Arial"/>
                <a:ea typeface="Arial"/>
                <a:cs typeface="Arial"/>
              </a:defRPr>
            </a:pPr>
            <a:r>
              <a:rPr sz="1800" b="0">
                <a:solidFill>
                  <a:srgbClr val="F4F1E9"/>
                </a:solidFill>
                <a:latin typeface="Arial"/>
                <a:ea typeface="Arial"/>
                <a:cs typeface="Arial"/>
              </a:rPr>
              <a:t>Fitted preprocessing and classifier/regressor pipelines</a:t>
            </a:r>
          </a:p>
        </p:txBody>
      </p:sp>
      <p:sp>
        <p:nvSpPr>
          <p:cNvPr id="15" name="background-13">
            <a:extLst>
              <a:ext uri="{FF2B5EF4-FFF2-40B4-BE49-F238E27FC236}">
                <a16:creationId xmlns:a16="http://schemas.microsoft.com/office/drawing/2014/main" id="{851E47F7-56C4-43D9-BD32-831134A58310}"/>
              </a:ext>
            </a:extLst>
          </p:cNvPr>
          <p:cNvSpPr>
            <a:spLocks noGrp="1"/>
          </p:cNvSpPr>
          <p:nvPr/>
        </p:nvSpPr>
        <p:spPr>
          <a:xfrm>
            <a:off x="552450" y="3739515"/>
            <a:ext cx="11087100" cy="9525"/>
          </a:xfrm>
          <a:prstGeom prst="rect">
            <a:avLst/>
          </a:prstGeom>
          <a:solidFill>
            <a:srgbClr val="435046"/>
          </a:solidFill>
          <a:ln w="0">
            <a:noFill/>
          </a:ln>
        </p:spPr>
      </p:sp>
      <p:sp>
        <p:nvSpPr>
          <p:cNvPr id="16" name="reveal-14">
            <a:extLst>
              <a:ext uri="{FF2B5EF4-FFF2-40B4-BE49-F238E27FC236}">
                <a16:creationId xmlns:a16="http://schemas.microsoft.com/office/drawing/2014/main" id="{C73DCD87-926B-4316-8951-61A95396129D}"/>
              </a:ext>
            </a:extLst>
          </p:cNvPr>
          <p:cNvSpPr>
            <a:spLocks noGrp="1"/>
          </p:cNvSpPr>
          <p:nvPr/>
        </p:nvSpPr>
        <p:spPr>
          <a:xfrm>
            <a:off x="552450" y="3872865"/>
            <a:ext cx="4133850" cy="541020"/>
          </a:xfrm>
          <a:prstGeom prst="rect">
            <a:avLst/>
          </a:prstGeom>
          <a:noFill/>
          <a:ln w="0">
            <a:noFill/>
          </a:ln>
        </p:spPr>
        <p:txBody>
          <a:bodyPr wrap="square" lIns="0" tIns="0" rIns="0" bIns="0" anchor="t">
            <a:noAutofit/>
          </a:bodyPr>
          <a:lstStyle>
            <a:defPPr>
              <a:defRPr sz="1800" b="1">
                <a:solidFill>
                  <a:srgbClr val="F4F1E9"/>
                </a:solidFill>
                <a:latin typeface="Arial"/>
                <a:ea typeface="Arial"/>
                <a:cs typeface="Arial"/>
              </a:defRPr>
            </a:defPPr>
            <a:lvl1pPr>
              <a:defRPr sz="1800" b="1">
                <a:solidFill>
                  <a:srgbClr val="F4F1E9"/>
                </a:solidFill>
                <a:latin typeface="Arial"/>
                <a:ea typeface="Arial"/>
                <a:cs typeface="Arial"/>
              </a:defRPr>
            </a:lvl1pPr>
            <a:lvl2pPr>
              <a:defRPr sz="1800" b="1">
                <a:solidFill>
                  <a:srgbClr val="F4F1E9"/>
                </a:solidFill>
                <a:latin typeface="Arial"/>
                <a:ea typeface="Arial"/>
                <a:cs typeface="Arial"/>
              </a:defRPr>
            </a:lvl2pPr>
            <a:lvl3pPr>
              <a:defRPr sz="1800" b="1">
                <a:solidFill>
                  <a:srgbClr val="F4F1E9"/>
                </a:solidFill>
                <a:latin typeface="Arial"/>
                <a:ea typeface="Arial"/>
                <a:cs typeface="Arial"/>
              </a:defRPr>
            </a:lvl3pPr>
            <a:lvl4pPr>
              <a:defRPr sz="1800" b="1">
                <a:solidFill>
                  <a:srgbClr val="F4F1E9"/>
                </a:solidFill>
                <a:latin typeface="Arial"/>
                <a:ea typeface="Arial"/>
                <a:cs typeface="Arial"/>
              </a:defRPr>
            </a:lvl4pPr>
            <a:lvl5pPr>
              <a:defRPr sz="1800" b="1">
                <a:solidFill>
                  <a:srgbClr val="F4F1E9"/>
                </a:solidFill>
                <a:latin typeface="Arial"/>
                <a:ea typeface="Arial"/>
                <a:cs typeface="Arial"/>
              </a:defRPr>
            </a:lvl5pPr>
            <a:lvl6pPr>
              <a:defRPr sz="1800" b="1">
                <a:solidFill>
                  <a:srgbClr val="F4F1E9"/>
                </a:solidFill>
                <a:latin typeface="Arial"/>
                <a:ea typeface="Arial"/>
                <a:cs typeface="Arial"/>
              </a:defRPr>
            </a:lvl6pPr>
            <a:lvl7pPr>
              <a:defRPr sz="1800" b="1">
                <a:solidFill>
                  <a:srgbClr val="F4F1E9"/>
                </a:solidFill>
                <a:latin typeface="Arial"/>
                <a:ea typeface="Arial"/>
                <a:cs typeface="Arial"/>
              </a:defRPr>
            </a:lvl7pPr>
            <a:lvl8pPr>
              <a:defRPr sz="1800" b="1">
                <a:solidFill>
                  <a:srgbClr val="F4F1E9"/>
                </a:solidFill>
                <a:latin typeface="Arial"/>
                <a:ea typeface="Arial"/>
                <a:cs typeface="Arial"/>
              </a:defRPr>
            </a:lvl8pPr>
            <a:lvl9pPr>
              <a:defRPr sz="1800" b="1">
                <a:solidFill>
                  <a:srgbClr val="F4F1E9"/>
                </a:solidFill>
                <a:latin typeface="Arial"/>
                <a:ea typeface="Arial"/>
                <a:cs typeface="Arial"/>
              </a:defRPr>
            </a:lvl9pPr>
          </a:lstStyle>
          <a:p>
            <a:pPr>
              <a:defRPr sz="1800" b="1">
                <a:solidFill>
                  <a:srgbClr val="F4F1E9"/>
                </a:solidFill>
                <a:latin typeface="Arial"/>
                <a:ea typeface="Arial"/>
                <a:cs typeface="Arial"/>
              </a:defRPr>
            </a:pPr>
            <a:r>
              <a:rPr sz="1800" b="1">
                <a:solidFill>
                  <a:srgbClr val="F4F1E9"/>
                </a:solidFill>
                <a:latin typeface="Arial"/>
                <a:ea typeface="Arial"/>
                <a:cs typeface="Arial"/>
              </a:rPr>
              <a:t>server.mjs and server/</a:t>
            </a:r>
          </a:p>
        </p:txBody>
      </p:sp>
      <p:sp>
        <p:nvSpPr>
          <p:cNvPr id="17" name="reveal-15">
            <a:extLst>
              <a:ext uri="{FF2B5EF4-FFF2-40B4-BE49-F238E27FC236}">
                <a16:creationId xmlns:a16="http://schemas.microsoft.com/office/drawing/2014/main" id="{C1690CC4-4FF9-46C8-A032-99D3C7D7E8BB}"/>
              </a:ext>
            </a:extLst>
          </p:cNvPr>
          <p:cNvSpPr>
            <a:spLocks noGrp="1"/>
          </p:cNvSpPr>
          <p:nvPr/>
        </p:nvSpPr>
        <p:spPr>
          <a:xfrm>
            <a:off x="4953000" y="3872865"/>
            <a:ext cx="6686550" cy="541020"/>
          </a:xfrm>
          <a:prstGeom prst="rect">
            <a:avLst/>
          </a:prstGeom>
          <a:noFill/>
          <a:ln w="0">
            <a:noFill/>
          </a:ln>
        </p:spPr>
        <p:txBody>
          <a:bodyPr wrap="square" lIns="0" tIns="0" rIns="0" bIns="0" anchor="t">
            <a:noAutofit/>
          </a:bodyPr>
          <a:lstStyle>
            <a:defPPr>
              <a:defRPr sz="1800" b="0">
                <a:solidFill>
                  <a:srgbClr val="F4F1E9"/>
                </a:solidFill>
                <a:latin typeface="Arial"/>
                <a:ea typeface="Arial"/>
                <a:cs typeface="Arial"/>
              </a:defRPr>
            </a:defPPr>
            <a:lvl1pPr>
              <a:defRPr sz="1800" b="0">
                <a:solidFill>
                  <a:srgbClr val="F4F1E9"/>
                </a:solidFill>
                <a:latin typeface="Arial"/>
                <a:ea typeface="Arial"/>
                <a:cs typeface="Arial"/>
              </a:defRPr>
            </a:lvl1pPr>
            <a:lvl2pPr>
              <a:defRPr sz="1800" b="0">
                <a:solidFill>
                  <a:srgbClr val="F4F1E9"/>
                </a:solidFill>
                <a:latin typeface="Arial"/>
                <a:ea typeface="Arial"/>
                <a:cs typeface="Arial"/>
              </a:defRPr>
            </a:lvl2pPr>
            <a:lvl3pPr>
              <a:defRPr sz="1800" b="0">
                <a:solidFill>
                  <a:srgbClr val="F4F1E9"/>
                </a:solidFill>
                <a:latin typeface="Arial"/>
                <a:ea typeface="Arial"/>
                <a:cs typeface="Arial"/>
              </a:defRPr>
            </a:lvl3pPr>
            <a:lvl4pPr>
              <a:defRPr sz="1800" b="0">
                <a:solidFill>
                  <a:srgbClr val="F4F1E9"/>
                </a:solidFill>
                <a:latin typeface="Arial"/>
                <a:ea typeface="Arial"/>
                <a:cs typeface="Arial"/>
              </a:defRPr>
            </a:lvl4pPr>
            <a:lvl5pPr>
              <a:defRPr sz="1800" b="0">
                <a:solidFill>
                  <a:srgbClr val="F4F1E9"/>
                </a:solidFill>
                <a:latin typeface="Arial"/>
                <a:ea typeface="Arial"/>
                <a:cs typeface="Arial"/>
              </a:defRPr>
            </a:lvl5pPr>
            <a:lvl6pPr>
              <a:defRPr sz="1800" b="0">
                <a:solidFill>
                  <a:srgbClr val="F4F1E9"/>
                </a:solidFill>
                <a:latin typeface="Arial"/>
                <a:ea typeface="Arial"/>
                <a:cs typeface="Arial"/>
              </a:defRPr>
            </a:lvl6pPr>
            <a:lvl7pPr>
              <a:defRPr sz="1800" b="0">
                <a:solidFill>
                  <a:srgbClr val="F4F1E9"/>
                </a:solidFill>
                <a:latin typeface="Arial"/>
                <a:ea typeface="Arial"/>
                <a:cs typeface="Arial"/>
              </a:defRPr>
            </a:lvl7pPr>
            <a:lvl8pPr>
              <a:defRPr sz="1800" b="0">
                <a:solidFill>
                  <a:srgbClr val="F4F1E9"/>
                </a:solidFill>
                <a:latin typeface="Arial"/>
                <a:ea typeface="Arial"/>
                <a:cs typeface="Arial"/>
              </a:defRPr>
            </a:lvl8pPr>
            <a:lvl9pPr>
              <a:defRPr sz="1800" b="0">
                <a:solidFill>
                  <a:srgbClr val="F4F1E9"/>
                </a:solidFill>
                <a:latin typeface="Arial"/>
                <a:ea typeface="Arial"/>
                <a:cs typeface="Arial"/>
              </a:defRPr>
            </a:lvl9pPr>
          </a:lstStyle>
          <a:p>
            <a:pPr>
              <a:defRPr sz="1800" b="0">
                <a:solidFill>
                  <a:srgbClr val="F4F1E9"/>
                </a:solidFill>
                <a:latin typeface="Arial"/>
                <a:ea typeface="Arial"/>
                <a:cs typeface="Arial"/>
              </a:defRPr>
            </a:pPr>
            <a:r>
              <a:rPr sz="1800" b="0">
                <a:solidFill>
                  <a:srgbClr val="F4F1E9"/>
                </a:solidFill>
                <a:latin typeface="Arial"/>
                <a:ea typeface="Arial"/>
                <a:cs typeface="Arial"/>
              </a:rPr>
              <a:t>Local website, private key, cache and provider records</a:t>
            </a:r>
          </a:p>
        </p:txBody>
      </p:sp>
      <p:sp>
        <p:nvSpPr>
          <p:cNvPr id="18" name="background-16">
            <a:extLst>
              <a:ext uri="{FF2B5EF4-FFF2-40B4-BE49-F238E27FC236}">
                <a16:creationId xmlns:a16="http://schemas.microsoft.com/office/drawing/2014/main" id="{83E3406A-8D44-4554-B84C-48CF509793FC}"/>
              </a:ext>
            </a:extLst>
          </p:cNvPr>
          <p:cNvSpPr>
            <a:spLocks noGrp="1"/>
          </p:cNvSpPr>
          <p:nvPr/>
        </p:nvSpPr>
        <p:spPr>
          <a:xfrm>
            <a:off x="552450" y="4442460"/>
            <a:ext cx="11087100" cy="9525"/>
          </a:xfrm>
          <a:prstGeom prst="rect">
            <a:avLst/>
          </a:prstGeom>
          <a:solidFill>
            <a:srgbClr val="435046"/>
          </a:solidFill>
          <a:ln w="0">
            <a:noFill/>
          </a:ln>
        </p:spPr>
      </p:sp>
      <p:sp>
        <p:nvSpPr>
          <p:cNvPr id="19" name="reveal-17">
            <a:extLst>
              <a:ext uri="{FF2B5EF4-FFF2-40B4-BE49-F238E27FC236}">
                <a16:creationId xmlns:a16="http://schemas.microsoft.com/office/drawing/2014/main" id="{81204233-ECB3-4ECB-9EB8-31E216D14D01}"/>
              </a:ext>
            </a:extLst>
          </p:cNvPr>
          <p:cNvSpPr>
            <a:spLocks noGrp="1"/>
          </p:cNvSpPr>
          <p:nvPr/>
        </p:nvSpPr>
        <p:spPr>
          <a:xfrm>
            <a:off x="552450" y="4575810"/>
            <a:ext cx="4133850" cy="541020"/>
          </a:xfrm>
          <a:prstGeom prst="rect">
            <a:avLst/>
          </a:prstGeom>
          <a:noFill/>
          <a:ln w="0">
            <a:noFill/>
          </a:ln>
        </p:spPr>
        <p:txBody>
          <a:bodyPr wrap="square" lIns="0" tIns="0" rIns="0" bIns="0" anchor="t">
            <a:noAutofit/>
          </a:bodyPr>
          <a:lstStyle>
            <a:defPPr>
              <a:defRPr sz="1800" b="1">
                <a:solidFill>
                  <a:srgbClr val="F4F1E9"/>
                </a:solidFill>
                <a:latin typeface="Arial"/>
                <a:ea typeface="Arial"/>
                <a:cs typeface="Arial"/>
              </a:defRPr>
            </a:defPPr>
            <a:lvl1pPr>
              <a:defRPr sz="1800" b="1">
                <a:solidFill>
                  <a:srgbClr val="F4F1E9"/>
                </a:solidFill>
                <a:latin typeface="Arial"/>
                <a:ea typeface="Arial"/>
                <a:cs typeface="Arial"/>
              </a:defRPr>
            </a:lvl1pPr>
            <a:lvl2pPr>
              <a:defRPr sz="1800" b="1">
                <a:solidFill>
                  <a:srgbClr val="F4F1E9"/>
                </a:solidFill>
                <a:latin typeface="Arial"/>
                <a:ea typeface="Arial"/>
                <a:cs typeface="Arial"/>
              </a:defRPr>
            </a:lvl2pPr>
            <a:lvl3pPr>
              <a:defRPr sz="1800" b="1">
                <a:solidFill>
                  <a:srgbClr val="F4F1E9"/>
                </a:solidFill>
                <a:latin typeface="Arial"/>
                <a:ea typeface="Arial"/>
                <a:cs typeface="Arial"/>
              </a:defRPr>
            </a:lvl3pPr>
            <a:lvl4pPr>
              <a:defRPr sz="1800" b="1">
                <a:solidFill>
                  <a:srgbClr val="F4F1E9"/>
                </a:solidFill>
                <a:latin typeface="Arial"/>
                <a:ea typeface="Arial"/>
                <a:cs typeface="Arial"/>
              </a:defRPr>
            </a:lvl4pPr>
            <a:lvl5pPr>
              <a:defRPr sz="1800" b="1">
                <a:solidFill>
                  <a:srgbClr val="F4F1E9"/>
                </a:solidFill>
                <a:latin typeface="Arial"/>
                <a:ea typeface="Arial"/>
                <a:cs typeface="Arial"/>
              </a:defRPr>
            </a:lvl5pPr>
            <a:lvl6pPr>
              <a:defRPr sz="1800" b="1">
                <a:solidFill>
                  <a:srgbClr val="F4F1E9"/>
                </a:solidFill>
                <a:latin typeface="Arial"/>
                <a:ea typeface="Arial"/>
                <a:cs typeface="Arial"/>
              </a:defRPr>
            </a:lvl6pPr>
            <a:lvl7pPr>
              <a:defRPr sz="1800" b="1">
                <a:solidFill>
                  <a:srgbClr val="F4F1E9"/>
                </a:solidFill>
                <a:latin typeface="Arial"/>
                <a:ea typeface="Arial"/>
                <a:cs typeface="Arial"/>
              </a:defRPr>
            </a:lvl7pPr>
            <a:lvl8pPr>
              <a:defRPr sz="1800" b="1">
                <a:solidFill>
                  <a:srgbClr val="F4F1E9"/>
                </a:solidFill>
                <a:latin typeface="Arial"/>
                <a:ea typeface="Arial"/>
                <a:cs typeface="Arial"/>
              </a:defRPr>
            </a:lvl8pPr>
            <a:lvl9pPr>
              <a:defRPr sz="1800" b="1">
                <a:solidFill>
                  <a:srgbClr val="F4F1E9"/>
                </a:solidFill>
                <a:latin typeface="Arial"/>
                <a:ea typeface="Arial"/>
                <a:cs typeface="Arial"/>
              </a:defRPr>
            </a:lvl9pPr>
          </a:lstStyle>
          <a:p>
            <a:pPr>
              <a:defRPr sz="1800" b="1">
                <a:solidFill>
                  <a:srgbClr val="F4F1E9"/>
                </a:solidFill>
                <a:latin typeface="Arial"/>
                <a:ea typeface="Arial"/>
                <a:cs typeface="Arial"/>
              </a:defRPr>
            </a:pPr>
            <a:r>
              <a:rPr sz="1800" b="1">
                <a:solidFill>
                  <a:srgbClr val="F4F1E9"/>
                </a:solidFill>
                <a:latin typeface="Arial"/>
                <a:ea typeface="Arial"/>
                <a:cs typeface="Arial"/>
              </a:rPr>
              <a:t>engine.mjs and journey.mjs</a:t>
            </a:r>
          </a:p>
        </p:txBody>
      </p:sp>
      <p:sp>
        <p:nvSpPr>
          <p:cNvPr id="20" name="reveal-18">
            <a:extLst>
              <a:ext uri="{FF2B5EF4-FFF2-40B4-BE49-F238E27FC236}">
                <a16:creationId xmlns:a16="http://schemas.microsoft.com/office/drawing/2014/main" id="{39F91AD9-5350-44DC-9CA8-075681D19711}"/>
              </a:ext>
            </a:extLst>
          </p:cNvPr>
          <p:cNvSpPr>
            <a:spLocks noGrp="1"/>
          </p:cNvSpPr>
          <p:nvPr/>
        </p:nvSpPr>
        <p:spPr>
          <a:xfrm>
            <a:off x="4953000" y="4575810"/>
            <a:ext cx="6686550" cy="541020"/>
          </a:xfrm>
          <a:prstGeom prst="rect">
            <a:avLst/>
          </a:prstGeom>
          <a:noFill/>
          <a:ln w="0">
            <a:noFill/>
          </a:ln>
        </p:spPr>
        <p:txBody>
          <a:bodyPr wrap="square" lIns="0" tIns="0" rIns="0" bIns="0" anchor="t">
            <a:noAutofit/>
          </a:bodyPr>
          <a:lstStyle>
            <a:defPPr>
              <a:defRPr sz="1800" b="0">
                <a:solidFill>
                  <a:srgbClr val="F4F1E9"/>
                </a:solidFill>
                <a:latin typeface="Arial"/>
                <a:ea typeface="Arial"/>
                <a:cs typeface="Arial"/>
              </a:defRPr>
            </a:defPPr>
            <a:lvl1pPr>
              <a:defRPr sz="1800" b="0">
                <a:solidFill>
                  <a:srgbClr val="F4F1E9"/>
                </a:solidFill>
                <a:latin typeface="Arial"/>
                <a:ea typeface="Arial"/>
                <a:cs typeface="Arial"/>
              </a:defRPr>
            </a:lvl1pPr>
            <a:lvl2pPr>
              <a:defRPr sz="1800" b="0">
                <a:solidFill>
                  <a:srgbClr val="F4F1E9"/>
                </a:solidFill>
                <a:latin typeface="Arial"/>
                <a:ea typeface="Arial"/>
                <a:cs typeface="Arial"/>
              </a:defRPr>
            </a:lvl2pPr>
            <a:lvl3pPr>
              <a:defRPr sz="1800" b="0">
                <a:solidFill>
                  <a:srgbClr val="F4F1E9"/>
                </a:solidFill>
                <a:latin typeface="Arial"/>
                <a:ea typeface="Arial"/>
                <a:cs typeface="Arial"/>
              </a:defRPr>
            </a:lvl3pPr>
            <a:lvl4pPr>
              <a:defRPr sz="1800" b="0">
                <a:solidFill>
                  <a:srgbClr val="F4F1E9"/>
                </a:solidFill>
                <a:latin typeface="Arial"/>
                <a:ea typeface="Arial"/>
                <a:cs typeface="Arial"/>
              </a:defRPr>
            </a:lvl4pPr>
            <a:lvl5pPr>
              <a:defRPr sz="1800" b="0">
                <a:solidFill>
                  <a:srgbClr val="F4F1E9"/>
                </a:solidFill>
                <a:latin typeface="Arial"/>
                <a:ea typeface="Arial"/>
                <a:cs typeface="Arial"/>
              </a:defRPr>
            </a:lvl5pPr>
            <a:lvl6pPr>
              <a:defRPr sz="1800" b="0">
                <a:solidFill>
                  <a:srgbClr val="F4F1E9"/>
                </a:solidFill>
                <a:latin typeface="Arial"/>
                <a:ea typeface="Arial"/>
                <a:cs typeface="Arial"/>
              </a:defRPr>
            </a:lvl6pPr>
            <a:lvl7pPr>
              <a:defRPr sz="1800" b="0">
                <a:solidFill>
                  <a:srgbClr val="F4F1E9"/>
                </a:solidFill>
                <a:latin typeface="Arial"/>
                <a:ea typeface="Arial"/>
                <a:cs typeface="Arial"/>
              </a:defRPr>
            </a:lvl7pPr>
            <a:lvl8pPr>
              <a:defRPr sz="1800" b="0">
                <a:solidFill>
                  <a:srgbClr val="F4F1E9"/>
                </a:solidFill>
                <a:latin typeface="Arial"/>
                <a:ea typeface="Arial"/>
                <a:cs typeface="Arial"/>
              </a:defRPr>
            </a:lvl8pPr>
            <a:lvl9pPr>
              <a:defRPr sz="1800" b="0">
                <a:solidFill>
                  <a:srgbClr val="F4F1E9"/>
                </a:solidFill>
                <a:latin typeface="Arial"/>
                <a:ea typeface="Arial"/>
                <a:cs typeface="Arial"/>
              </a:defRPr>
            </a:lvl9pPr>
          </a:lstStyle>
          <a:p>
            <a:pPr>
              <a:defRPr sz="1800" b="0">
                <a:solidFill>
                  <a:srgbClr val="F4F1E9"/>
                </a:solidFill>
                <a:latin typeface="Arial"/>
                <a:ea typeface="Arial"/>
                <a:cs typeface="Arial"/>
              </a:defRPr>
            </a:pPr>
            <a:r>
              <a:rPr sz="1800" b="0">
                <a:solidFill>
                  <a:srgbClr val="F4F1E9"/>
                </a:solidFill>
                <a:latin typeface="Arial"/>
                <a:ea typeface="Arial"/>
                <a:cs typeface="Arial"/>
              </a:rPr>
              <a:t>Current website rules and user interaction</a:t>
            </a:r>
          </a:p>
        </p:txBody>
      </p:sp>
      <p:sp>
        <p:nvSpPr>
          <p:cNvPr id="21" name="background-19">
            <a:extLst>
              <a:ext uri="{FF2B5EF4-FFF2-40B4-BE49-F238E27FC236}">
                <a16:creationId xmlns:a16="http://schemas.microsoft.com/office/drawing/2014/main" id="{16361013-80C1-483B-854E-9AF136510A6D}"/>
              </a:ext>
            </a:extLst>
          </p:cNvPr>
          <p:cNvSpPr>
            <a:spLocks noGrp="1"/>
          </p:cNvSpPr>
          <p:nvPr/>
        </p:nvSpPr>
        <p:spPr>
          <a:xfrm>
            <a:off x="552450" y="5145405"/>
            <a:ext cx="11087100" cy="9525"/>
          </a:xfrm>
          <a:prstGeom prst="rect">
            <a:avLst/>
          </a:prstGeom>
          <a:solidFill>
            <a:srgbClr val="435046"/>
          </a:solidFill>
          <a:ln w="0">
            <a:noFill/>
          </a:ln>
        </p:spPr>
      </p:sp>
      <p:sp>
        <p:nvSpPr>
          <p:cNvPr id="22" name="reveal-20">
            <a:extLst>
              <a:ext uri="{FF2B5EF4-FFF2-40B4-BE49-F238E27FC236}">
                <a16:creationId xmlns:a16="http://schemas.microsoft.com/office/drawing/2014/main" id="{088F3C7A-3755-4468-800D-3CA373B37D2F}"/>
              </a:ext>
            </a:extLst>
          </p:cNvPr>
          <p:cNvSpPr>
            <a:spLocks noGrp="1"/>
          </p:cNvSpPr>
          <p:nvPr/>
        </p:nvSpPr>
        <p:spPr>
          <a:xfrm>
            <a:off x="552450" y="5278755"/>
            <a:ext cx="4133850" cy="541020"/>
          </a:xfrm>
          <a:prstGeom prst="rect">
            <a:avLst/>
          </a:prstGeom>
          <a:noFill/>
          <a:ln w="0">
            <a:noFill/>
          </a:ln>
        </p:spPr>
        <p:txBody>
          <a:bodyPr wrap="square" lIns="0" tIns="0" rIns="0" bIns="0" anchor="t">
            <a:noAutofit/>
          </a:bodyPr>
          <a:lstStyle>
            <a:defPPr>
              <a:defRPr sz="1800" b="1">
                <a:solidFill>
                  <a:srgbClr val="F4F1E9"/>
                </a:solidFill>
                <a:latin typeface="Arial"/>
                <a:ea typeface="Arial"/>
                <a:cs typeface="Arial"/>
              </a:defRPr>
            </a:defPPr>
            <a:lvl1pPr>
              <a:defRPr sz="1800" b="1">
                <a:solidFill>
                  <a:srgbClr val="F4F1E9"/>
                </a:solidFill>
                <a:latin typeface="Arial"/>
                <a:ea typeface="Arial"/>
                <a:cs typeface="Arial"/>
              </a:defRPr>
            </a:lvl1pPr>
            <a:lvl2pPr>
              <a:defRPr sz="1800" b="1">
                <a:solidFill>
                  <a:srgbClr val="F4F1E9"/>
                </a:solidFill>
                <a:latin typeface="Arial"/>
                <a:ea typeface="Arial"/>
                <a:cs typeface="Arial"/>
              </a:defRPr>
            </a:lvl2pPr>
            <a:lvl3pPr>
              <a:defRPr sz="1800" b="1">
                <a:solidFill>
                  <a:srgbClr val="F4F1E9"/>
                </a:solidFill>
                <a:latin typeface="Arial"/>
                <a:ea typeface="Arial"/>
                <a:cs typeface="Arial"/>
              </a:defRPr>
            </a:lvl3pPr>
            <a:lvl4pPr>
              <a:defRPr sz="1800" b="1">
                <a:solidFill>
                  <a:srgbClr val="F4F1E9"/>
                </a:solidFill>
                <a:latin typeface="Arial"/>
                <a:ea typeface="Arial"/>
                <a:cs typeface="Arial"/>
              </a:defRPr>
            </a:lvl4pPr>
            <a:lvl5pPr>
              <a:defRPr sz="1800" b="1">
                <a:solidFill>
                  <a:srgbClr val="F4F1E9"/>
                </a:solidFill>
                <a:latin typeface="Arial"/>
                <a:ea typeface="Arial"/>
                <a:cs typeface="Arial"/>
              </a:defRPr>
            </a:lvl5pPr>
            <a:lvl6pPr>
              <a:defRPr sz="1800" b="1">
                <a:solidFill>
                  <a:srgbClr val="F4F1E9"/>
                </a:solidFill>
                <a:latin typeface="Arial"/>
                <a:ea typeface="Arial"/>
                <a:cs typeface="Arial"/>
              </a:defRPr>
            </a:lvl6pPr>
            <a:lvl7pPr>
              <a:defRPr sz="1800" b="1">
                <a:solidFill>
                  <a:srgbClr val="F4F1E9"/>
                </a:solidFill>
                <a:latin typeface="Arial"/>
                <a:ea typeface="Arial"/>
                <a:cs typeface="Arial"/>
              </a:defRPr>
            </a:lvl7pPr>
            <a:lvl8pPr>
              <a:defRPr sz="1800" b="1">
                <a:solidFill>
                  <a:srgbClr val="F4F1E9"/>
                </a:solidFill>
                <a:latin typeface="Arial"/>
                <a:ea typeface="Arial"/>
                <a:cs typeface="Arial"/>
              </a:defRPr>
            </a:lvl8pPr>
            <a:lvl9pPr>
              <a:defRPr sz="1800" b="1">
                <a:solidFill>
                  <a:srgbClr val="F4F1E9"/>
                </a:solidFill>
                <a:latin typeface="Arial"/>
                <a:ea typeface="Arial"/>
                <a:cs typeface="Arial"/>
              </a:defRPr>
            </a:lvl9pPr>
          </a:lstStyle>
          <a:p>
            <a:pPr>
              <a:defRPr sz="1800" b="1">
                <a:solidFill>
                  <a:srgbClr val="F4F1E9"/>
                </a:solidFill>
                <a:latin typeface="Arial"/>
                <a:ea typeface="Arial"/>
                <a:cs typeface="Arial"/>
              </a:defRPr>
            </a:pPr>
            <a:r>
              <a:rPr sz="1800" b="1">
                <a:solidFill>
                  <a:srgbClr val="F4F1E9"/>
                </a:solidFill>
                <a:latin typeface="Arial"/>
                <a:ea typeface="Arial"/>
                <a:cs typeface="Arial"/>
              </a:rPr>
              <a:t>globe.mjs and airport-scene.mjs</a:t>
            </a:r>
          </a:p>
        </p:txBody>
      </p:sp>
      <p:sp>
        <p:nvSpPr>
          <p:cNvPr id="23" name="reveal-21">
            <a:extLst>
              <a:ext uri="{FF2B5EF4-FFF2-40B4-BE49-F238E27FC236}">
                <a16:creationId xmlns:a16="http://schemas.microsoft.com/office/drawing/2014/main" id="{F7FA9FCE-0208-45F9-8675-7CC0141477F1}"/>
              </a:ext>
            </a:extLst>
          </p:cNvPr>
          <p:cNvSpPr>
            <a:spLocks noGrp="1"/>
          </p:cNvSpPr>
          <p:nvPr/>
        </p:nvSpPr>
        <p:spPr>
          <a:xfrm>
            <a:off x="4953000" y="5278755"/>
            <a:ext cx="6686550" cy="541020"/>
          </a:xfrm>
          <a:prstGeom prst="rect">
            <a:avLst/>
          </a:prstGeom>
          <a:noFill/>
          <a:ln w="0">
            <a:noFill/>
          </a:ln>
        </p:spPr>
        <p:txBody>
          <a:bodyPr wrap="square" lIns="0" tIns="0" rIns="0" bIns="0" anchor="t">
            <a:noAutofit/>
          </a:bodyPr>
          <a:lstStyle>
            <a:defPPr>
              <a:defRPr sz="1800" b="0">
                <a:solidFill>
                  <a:srgbClr val="F4F1E9"/>
                </a:solidFill>
                <a:latin typeface="Arial"/>
                <a:ea typeface="Arial"/>
                <a:cs typeface="Arial"/>
              </a:defRPr>
            </a:defPPr>
            <a:lvl1pPr>
              <a:defRPr sz="1800" b="0">
                <a:solidFill>
                  <a:srgbClr val="F4F1E9"/>
                </a:solidFill>
                <a:latin typeface="Arial"/>
                <a:ea typeface="Arial"/>
                <a:cs typeface="Arial"/>
              </a:defRPr>
            </a:lvl1pPr>
            <a:lvl2pPr>
              <a:defRPr sz="1800" b="0">
                <a:solidFill>
                  <a:srgbClr val="F4F1E9"/>
                </a:solidFill>
                <a:latin typeface="Arial"/>
                <a:ea typeface="Arial"/>
                <a:cs typeface="Arial"/>
              </a:defRPr>
            </a:lvl2pPr>
            <a:lvl3pPr>
              <a:defRPr sz="1800" b="0">
                <a:solidFill>
                  <a:srgbClr val="F4F1E9"/>
                </a:solidFill>
                <a:latin typeface="Arial"/>
                <a:ea typeface="Arial"/>
                <a:cs typeface="Arial"/>
              </a:defRPr>
            </a:lvl3pPr>
            <a:lvl4pPr>
              <a:defRPr sz="1800" b="0">
                <a:solidFill>
                  <a:srgbClr val="F4F1E9"/>
                </a:solidFill>
                <a:latin typeface="Arial"/>
                <a:ea typeface="Arial"/>
                <a:cs typeface="Arial"/>
              </a:defRPr>
            </a:lvl4pPr>
            <a:lvl5pPr>
              <a:defRPr sz="1800" b="0">
                <a:solidFill>
                  <a:srgbClr val="F4F1E9"/>
                </a:solidFill>
                <a:latin typeface="Arial"/>
                <a:ea typeface="Arial"/>
                <a:cs typeface="Arial"/>
              </a:defRPr>
            </a:lvl5pPr>
            <a:lvl6pPr>
              <a:defRPr sz="1800" b="0">
                <a:solidFill>
                  <a:srgbClr val="F4F1E9"/>
                </a:solidFill>
                <a:latin typeface="Arial"/>
                <a:ea typeface="Arial"/>
                <a:cs typeface="Arial"/>
              </a:defRPr>
            </a:lvl6pPr>
            <a:lvl7pPr>
              <a:defRPr sz="1800" b="0">
                <a:solidFill>
                  <a:srgbClr val="F4F1E9"/>
                </a:solidFill>
                <a:latin typeface="Arial"/>
                <a:ea typeface="Arial"/>
                <a:cs typeface="Arial"/>
              </a:defRPr>
            </a:lvl7pPr>
            <a:lvl8pPr>
              <a:defRPr sz="1800" b="0">
                <a:solidFill>
                  <a:srgbClr val="F4F1E9"/>
                </a:solidFill>
                <a:latin typeface="Arial"/>
                <a:ea typeface="Arial"/>
                <a:cs typeface="Arial"/>
              </a:defRPr>
            </a:lvl8pPr>
            <a:lvl9pPr>
              <a:defRPr sz="1800" b="0">
                <a:solidFill>
                  <a:srgbClr val="F4F1E9"/>
                </a:solidFill>
                <a:latin typeface="Arial"/>
                <a:ea typeface="Arial"/>
                <a:cs typeface="Arial"/>
              </a:defRPr>
            </a:lvl9pPr>
          </a:lstStyle>
          <a:p>
            <a:pPr>
              <a:defRPr sz="1800" b="0">
                <a:solidFill>
                  <a:srgbClr val="F4F1E9"/>
                </a:solidFill>
                <a:latin typeface="Arial"/>
                <a:ea typeface="Arial"/>
                <a:cs typeface="Arial"/>
              </a:defRPr>
            </a:pPr>
            <a:r>
              <a:rPr sz="1800" b="0">
                <a:solidFill>
                  <a:srgbClr val="F4F1E9"/>
                </a:solidFill>
                <a:latin typeface="Arial"/>
                <a:ea typeface="Arial"/>
                <a:cs typeface="Arial"/>
              </a:rPr>
              <a:t>Route cameras, playback and Blender model display</a:t>
            </a:r>
          </a:p>
        </p:txBody>
      </p:sp>
    </p:spTree>
    <p:extLst>
      <p:ext uri="{BB962C8B-B14F-4D97-AF65-F5344CB8AC3E}">
        <p14:creationId xmlns:p14="http://schemas.microsoft.com/office/powerpoint/2010/main" val="1701247734"/>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30"/>
                                        <p:tgtEl>
                                          <p:spTgt spid="13"/>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30"/>
                                        <p:tgtEl>
                                          <p:spTgt spid="14"/>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30"/>
                                        <p:tgtEl>
                                          <p:spTgt spid="16"/>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30"/>
                                        <p:tgtEl>
                                          <p:spTgt spid="17"/>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30"/>
                                        <p:tgtEl>
                                          <p:spTgt spid="19"/>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30"/>
                                        <p:tgtEl>
                                          <p:spTgt spid="20"/>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130"/>
                                        <p:tgtEl>
                                          <p:spTgt spid="22"/>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3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3" grpId="0"/>
      <p:bldP spid="14" grpId="0"/>
      <p:bldP spid="16" grpId="0"/>
      <p:bldP spid="17" grpId="0"/>
      <p:bldP spid="19" grpId="0"/>
      <p:bldP spid="20" grpId="0"/>
      <p:bldP spid="22"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BB8088B3-F47D-42D3-ABC1-46D3F379B4D6}"/>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13579F0B-FAE1-481F-B904-F5A344DFB8DF}"/>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F73560C5-0C0F-44ED-9F2F-47B5A9A1668B}"/>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03 / 12</a:t>
            </a:r>
          </a:p>
        </p:txBody>
      </p:sp>
      <p:sp>
        <p:nvSpPr>
          <p:cNvPr id="5" name="title-1-3">
            <a:extLst>
              <a:ext uri="{FF2B5EF4-FFF2-40B4-BE49-F238E27FC236}">
                <a16:creationId xmlns:a16="http://schemas.microsoft.com/office/drawing/2014/main" id="{07A33863-4FB1-4EF8-9430-32496178F2C0}"/>
              </a:ext>
            </a:extLst>
          </p:cNvPr>
          <p:cNvSpPr>
            <a:spLocks noGrp="1"/>
          </p:cNvSpPr>
          <p:nvPr/>
        </p:nvSpPr>
        <p:spPr>
          <a:xfrm>
            <a:off x="552450" y="752475"/>
            <a:ext cx="1095375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The exact dataset and features</a:t>
            </a:r>
          </a:p>
        </p:txBody>
      </p:sp>
      <p:sp>
        <p:nvSpPr>
          <p:cNvPr id="6" name="background-4">
            <a:extLst>
              <a:ext uri="{FF2B5EF4-FFF2-40B4-BE49-F238E27FC236}">
                <a16:creationId xmlns:a16="http://schemas.microsoft.com/office/drawing/2014/main" id="{0A791BC4-CE85-4125-A12B-27F664F91B6B}"/>
              </a:ext>
            </a:extLst>
          </p:cNvPr>
          <p:cNvSpPr>
            <a:spLocks noGrp="1"/>
          </p:cNvSpPr>
          <p:nvPr/>
        </p:nvSpPr>
        <p:spPr>
          <a:xfrm>
            <a:off x="552450" y="6257925"/>
            <a:ext cx="9906000" cy="9525"/>
          </a:xfrm>
          <a:prstGeom prst="rect">
            <a:avLst/>
          </a:prstGeom>
          <a:solidFill>
            <a:srgbClr val="D4D9CE"/>
          </a:solidFill>
          <a:ln w="0">
            <a:noFill/>
          </a:ln>
        </p:spPr>
      </p:sp>
      <p:sp>
        <p:nvSpPr>
          <p:cNvPr id="7" name="reveal-5">
            <a:extLst>
              <a:ext uri="{FF2B5EF4-FFF2-40B4-BE49-F238E27FC236}">
                <a16:creationId xmlns:a16="http://schemas.microsoft.com/office/drawing/2014/main" id="{E926744D-9AFF-4341-AFE6-942A968EB611}"/>
              </a:ext>
            </a:extLst>
          </p:cNvPr>
          <p:cNvSpPr>
            <a:spLocks noGrp="1"/>
          </p:cNvSpPr>
          <p:nvPr/>
        </p:nvSpPr>
        <p:spPr>
          <a:xfrm>
            <a:off x="552450" y="2019300"/>
            <a:ext cx="4191000" cy="40005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Categorical features</a:t>
            </a:r>
          </a:p>
        </p:txBody>
      </p:sp>
      <p:sp>
        <p:nvSpPr>
          <p:cNvPr id="8" name="reveal-6">
            <a:extLst>
              <a:ext uri="{FF2B5EF4-FFF2-40B4-BE49-F238E27FC236}">
                <a16:creationId xmlns:a16="http://schemas.microsoft.com/office/drawing/2014/main" id="{E0D8AF83-1838-4319-A885-2BB391E83B8D}"/>
              </a:ext>
            </a:extLst>
          </p:cNvPr>
          <p:cNvSpPr>
            <a:spLocks noGrp="1"/>
          </p:cNvSpPr>
          <p:nvPr/>
        </p:nvSpPr>
        <p:spPr>
          <a:xfrm>
            <a:off x="5905500" y="2019300"/>
            <a:ext cx="5715000" cy="40005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Numeric features</a:t>
            </a:r>
          </a:p>
        </p:txBody>
      </p:sp>
      <p:sp>
        <p:nvSpPr>
          <p:cNvPr id="9" name="reveal-7">
            <a:extLst>
              <a:ext uri="{FF2B5EF4-FFF2-40B4-BE49-F238E27FC236}">
                <a16:creationId xmlns:a16="http://schemas.microsoft.com/office/drawing/2014/main" id="{381F98F6-8209-4F1B-9359-A7EE6697C493}"/>
              </a:ext>
            </a:extLst>
          </p:cNvPr>
          <p:cNvSpPr>
            <a:spLocks noGrp="1"/>
          </p:cNvSpPr>
          <p:nvPr/>
        </p:nvSpPr>
        <p:spPr>
          <a:xfrm>
            <a:off x="552450" y="2581275"/>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origin</a:t>
            </a:r>
          </a:p>
        </p:txBody>
      </p:sp>
      <p:sp>
        <p:nvSpPr>
          <p:cNvPr id="10" name="reveal-8">
            <a:extLst>
              <a:ext uri="{FF2B5EF4-FFF2-40B4-BE49-F238E27FC236}">
                <a16:creationId xmlns:a16="http://schemas.microsoft.com/office/drawing/2014/main" id="{FCEF77A2-3C87-45BB-B799-947551C42915}"/>
              </a:ext>
            </a:extLst>
          </p:cNvPr>
          <p:cNvSpPr>
            <a:spLocks noGrp="1"/>
          </p:cNvSpPr>
          <p:nvPr/>
        </p:nvSpPr>
        <p:spPr>
          <a:xfrm>
            <a:off x="552450" y="3028950"/>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destination</a:t>
            </a:r>
          </a:p>
        </p:txBody>
      </p:sp>
      <p:sp>
        <p:nvSpPr>
          <p:cNvPr id="11" name="reveal-9">
            <a:extLst>
              <a:ext uri="{FF2B5EF4-FFF2-40B4-BE49-F238E27FC236}">
                <a16:creationId xmlns:a16="http://schemas.microsoft.com/office/drawing/2014/main" id="{E7EA0749-4BFA-47C5-9B52-F170E3F7056A}"/>
              </a:ext>
            </a:extLst>
          </p:cNvPr>
          <p:cNvSpPr>
            <a:spLocks noGrp="1"/>
          </p:cNvSpPr>
          <p:nvPr/>
        </p:nvSpPr>
        <p:spPr>
          <a:xfrm>
            <a:off x="552450" y="3476625"/>
            <a:ext cx="4524375" cy="3810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weather</a:t>
            </a:r>
          </a:p>
        </p:txBody>
      </p:sp>
      <p:sp>
        <p:nvSpPr>
          <p:cNvPr id="12" name="reveal-10">
            <a:extLst>
              <a:ext uri="{FF2B5EF4-FFF2-40B4-BE49-F238E27FC236}">
                <a16:creationId xmlns:a16="http://schemas.microsoft.com/office/drawing/2014/main" id="{E90EA450-275D-4DDD-8512-D53928EFDE1E}"/>
              </a:ext>
            </a:extLst>
          </p:cNvPr>
          <p:cNvSpPr>
            <a:spLocks noGrp="1"/>
          </p:cNvSpPr>
          <p:nvPr/>
        </p:nvSpPr>
        <p:spPr>
          <a:xfrm>
            <a:off x="552450" y="4171950"/>
            <a:ext cx="4333875" cy="790575"/>
          </a:xfrm>
          <a:prstGeom prst="rect">
            <a:avLst/>
          </a:prstGeom>
          <a:noFill/>
          <a:ln w="0">
            <a:noFill/>
          </a:ln>
        </p:spPr>
        <p:txBody>
          <a:bodyPr wrap="square" lIns="0" tIns="0" rIns="0" bIns="0" anchor="t">
            <a:noAutofit/>
          </a:bodyPr>
          <a:lstStyle>
            <a:defPPr>
              <a:defRPr sz="1725" b="0">
                <a:solidFill>
                  <a:srgbClr val="69736A"/>
                </a:solidFill>
                <a:latin typeface="Arial"/>
                <a:ea typeface="Arial"/>
                <a:cs typeface="Arial"/>
              </a:defRPr>
            </a:defPPr>
            <a:lvl1pPr>
              <a:defRPr sz="1725" b="0">
                <a:solidFill>
                  <a:srgbClr val="69736A"/>
                </a:solidFill>
                <a:latin typeface="Arial"/>
                <a:ea typeface="Arial"/>
                <a:cs typeface="Arial"/>
              </a:defRPr>
            </a:lvl1pPr>
            <a:lvl2pPr>
              <a:defRPr sz="1725" b="0">
                <a:solidFill>
                  <a:srgbClr val="69736A"/>
                </a:solidFill>
                <a:latin typeface="Arial"/>
                <a:ea typeface="Arial"/>
                <a:cs typeface="Arial"/>
              </a:defRPr>
            </a:lvl2pPr>
            <a:lvl3pPr>
              <a:defRPr sz="1725" b="0">
                <a:solidFill>
                  <a:srgbClr val="69736A"/>
                </a:solidFill>
                <a:latin typeface="Arial"/>
                <a:ea typeface="Arial"/>
                <a:cs typeface="Arial"/>
              </a:defRPr>
            </a:lvl3pPr>
            <a:lvl4pPr>
              <a:defRPr sz="1725" b="0">
                <a:solidFill>
                  <a:srgbClr val="69736A"/>
                </a:solidFill>
                <a:latin typeface="Arial"/>
                <a:ea typeface="Arial"/>
                <a:cs typeface="Arial"/>
              </a:defRPr>
            </a:lvl4pPr>
            <a:lvl5pPr>
              <a:defRPr sz="1725" b="0">
                <a:solidFill>
                  <a:srgbClr val="69736A"/>
                </a:solidFill>
                <a:latin typeface="Arial"/>
                <a:ea typeface="Arial"/>
                <a:cs typeface="Arial"/>
              </a:defRPr>
            </a:lvl5pPr>
            <a:lvl6pPr>
              <a:defRPr sz="1725" b="0">
                <a:solidFill>
                  <a:srgbClr val="69736A"/>
                </a:solidFill>
                <a:latin typeface="Arial"/>
                <a:ea typeface="Arial"/>
                <a:cs typeface="Arial"/>
              </a:defRPr>
            </a:lvl6pPr>
            <a:lvl7pPr>
              <a:defRPr sz="1725" b="0">
                <a:solidFill>
                  <a:srgbClr val="69736A"/>
                </a:solidFill>
                <a:latin typeface="Arial"/>
                <a:ea typeface="Arial"/>
                <a:cs typeface="Arial"/>
              </a:defRPr>
            </a:lvl7pPr>
            <a:lvl8pPr>
              <a:defRPr sz="1725" b="0">
                <a:solidFill>
                  <a:srgbClr val="69736A"/>
                </a:solidFill>
                <a:latin typeface="Arial"/>
                <a:ea typeface="Arial"/>
                <a:cs typeface="Arial"/>
              </a:defRPr>
            </a:lvl8pPr>
            <a:lvl9pPr>
              <a:defRPr sz="1725" b="0">
                <a:solidFill>
                  <a:srgbClr val="69736A"/>
                </a:solidFill>
                <a:latin typeface="Arial"/>
                <a:ea typeface="Arial"/>
                <a:cs typeface="Arial"/>
              </a:defRPr>
            </a:lvl9pPr>
          </a:lstStyle>
          <a:p>
            <a:pPr>
              <a:defRPr sz="1725" b="0">
                <a:solidFill>
                  <a:srgbClr val="69736A"/>
                </a:solidFill>
                <a:latin typeface="Arial"/>
                <a:ea typeface="Arial"/>
                <a:cs typeface="Arial"/>
              </a:defRPr>
            </a:pPr>
            <a:r>
              <a:rPr sz="1725" b="0">
                <a:solidFill>
                  <a:srgbClr val="69736A"/>
                </a:solidFill>
                <a:latin typeface="Arial"/>
                <a:ea typeface="Arial"/>
                <a:cs typeface="Arial"/>
              </a:rPr>
              <a:t>Origin is always HYD.</a:t>
            </a:r>
          </a:p>
          <a:p>
            <a:pPr>
              <a:defRPr sz="1725" b="0">
                <a:solidFill>
                  <a:srgbClr val="69736A"/>
                </a:solidFill>
                <a:latin typeface="Arial"/>
                <a:ea typeface="Arial"/>
                <a:cs typeface="Arial"/>
              </a:defRPr>
            </a:pPr>
            <a:r>
              <a:rPr sz="1725" b="0">
                <a:solidFill>
                  <a:srgbClr val="69736A"/>
                </a:solidFill>
                <a:latin typeface="Arial"/>
                <a:ea typeface="Arial"/>
                <a:cs typeface="Arial"/>
              </a:rPr>
              <a:t>Its column remains unchanged.</a:t>
            </a:r>
          </a:p>
        </p:txBody>
      </p:sp>
      <p:sp>
        <p:nvSpPr>
          <p:cNvPr id="13" name="reveal-11">
            <a:extLst>
              <a:ext uri="{FF2B5EF4-FFF2-40B4-BE49-F238E27FC236}">
                <a16:creationId xmlns:a16="http://schemas.microsoft.com/office/drawing/2014/main" id="{28775F5C-8985-411C-8E7A-38E8219AAE86}"/>
              </a:ext>
            </a:extLst>
          </p:cNvPr>
          <p:cNvSpPr>
            <a:spLocks noGrp="1"/>
          </p:cNvSpPr>
          <p:nvPr/>
        </p:nvSpPr>
        <p:spPr>
          <a:xfrm>
            <a:off x="5905500" y="2505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departure_hour_ist</a:t>
            </a:r>
          </a:p>
        </p:txBody>
      </p:sp>
      <p:sp>
        <p:nvSpPr>
          <p:cNvPr id="14" name="background-12">
            <a:extLst>
              <a:ext uri="{FF2B5EF4-FFF2-40B4-BE49-F238E27FC236}">
                <a16:creationId xmlns:a16="http://schemas.microsoft.com/office/drawing/2014/main" id="{1A91B8F6-F15E-4957-89FA-27487E1B16D1}"/>
              </a:ext>
            </a:extLst>
          </p:cNvPr>
          <p:cNvSpPr>
            <a:spLocks noGrp="1"/>
          </p:cNvSpPr>
          <p:nvPr/>
        </p:nvSpPr>
        <p:spPr>
          <a:xfrm>
            <a:off x="5905500" y="2857500"/>
            <a:ext cx="5524500" cy="9525"/>
          </a:xfrm>
          <a:prstGeom prst="rect">
            <a:avLst/>
          </a:prstGeom>
          <a:solidFill>
            <a:srgbClr val="D4D9CE"/>
          </a:solidFill>
          <a:ln w="0">
            <a:noFill/>
          </a:ln>
        </p:spPr>
      </p:sp>
      <p:sp>
        <p:nvSpPr>
          <p:cNvPr id="15" name="reveal-13">
            <a:extLst>
              <a:ext uri="{FF2B5EF4-FFF2-40B4-BE49-F238E27FC236}">
                <a16:creationId xmlns:a16="http://schemas.microsoft.com/office/drawing/2014/main" id="{18E7E956-6F31-4A76-85E3-FE7B748501C5}"/>
              </a:ext>
            </a:extLst>
          </p:cNvPr>
          <p:cNvSpPr>
            <a:spLocks noGrp="1"/>
          </p:cNvSpPr>
          <p:nvPr/>
        </p:nvSpPr>
        <p:spPr>
          <a:xfrm>
            <a:off x="5905500" y="2886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day_of_week</a:t>
            </a:r>
          </a:p>
        </p:txBody>
      </p:sp>
      <p:sp>
        <p:nvSpPr>
          <p:cNvPr id="16" name="background-14">
            <a:extLst>
              <a:ext uri="{FF2B5EF4-FFF2-40B4-BE49-F238E27FC236}">
                <a16:creationId xmlns:a16="http://schemas.microsoft.com/office/drawing/2014/main" id="{1DB5CF70-19D0-475C-84E9-6C4F1A7208F9}"/>
              </a:ext>
            </a:extLst>
          </p:cNvPr>
          <p:cNvSpPr>
            <a:spLocks noGrp="1"/>
          </p:cNvSpPr>
          <p:nvPr/>
        </p:nvSpPr>
        <p:spPr>
          <a:xfrm>
            <a:off x="5905500" y="3238500"/>
            <a:ext cx="5524500" cy="9525"/>
          </a:xfrm>
          <a:prstGeom prst="rect">
            <a:avLst/>
          </a:prstGeom>
          <a:solidFill>
            <a:srgbClr val="D4D9CE"/>
          </a:solidFill>
          <a:ln w="0">
            <a:noFill/>
          </a:ln>
        </p:spPr>
      </p:sp>
      <p:sp>
        <p:nvSpPr>
          <p:cNvPr id="17" name="reveal-15">
            <a:extLst>
              <a:ext uri="{FF2B5EF4-FFF2-40B4-BE49-F238E27FC236}">
                <a16:creationId xmlns:a16="http://schemas.microsoft.com/office/drawing/2014/main" id="{57D371E8-2D46-4FE8-B0F8-C6B6B7038E11}"/>
              </a:ext>
            </a:extLst>
          </p:cNvPr>
          <p:cNvSpPr>
            <a:spLocks noGrp="1"/>
          </p:cNvSpPr>
          <p:nvPr/>
        </p:nvSpPr>
        <p:spPr>
          <a:xfrm>
            <a:off x="5905500" y="3267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month</a:t>
            </a:r>
          </a:p>
        </p:txBody>
      </p:sp>
      <p:sp>
        <p:nvSpPr>
          <p:cNvPr id="18" name="background-16">
            <a:extLst>
              <a:ext uri="{FF2B5EF4-FFF2-40B4-BE49-F238E27FC236}">
                <a16:creationId xmlns:a16="http://schemas.microsoft.com/office/drawing/2014/main" id="{A69DB241-C353-4272-A38D-DC442E6CBB3B}"/>
              </a:ext>
            </a:extLst>
          </p:cNvPr>
          <p:cNvSpPr>
            <a:spLocks noGrp="1"/>
          </p:cNvSpPr>
          <p:nvPr/>
        </p:nvSpPr>
        <p:spPr>
          <a:xfrm>
            <a:off x="5905500" y="3619500"/>
            <a:ext cx="5524500" cy="9525"/>
          </a:xfrm>
          <a:prstGeom prst="rect">
            <a:avLst/>
          </a:prstGeom>
          <a:solidFill>
            <a:srgbClr val="D4D9CE"/>
          </a:solidFill>
          <a:ln w="0">
            <a:noFill/>
          </a:ln>
        </p:spPr>
      </p:sp>
      <p:sp>
        <p:nvSpPr>
          <p:cNvPr id="19" name="reveal-17">
            <a:extLst>
              <a:ext uri="{FF2B5EF4-FFF2-40B4-BE49-F238E27FC236}">
                <a16:creationId xmlns:a16="http://schemas.microsoft.com/office/drawing/2014/main" id="{35729DBD-DEA8-4200-A7DC-43D5F02060F8}"/>
              </a:ext>
            </a:extLst>
          </p:cNvPr>
          <p:cNvSpPr>
            <a:spLocks noGrp="1"/>
          </p:cNvSpPr>
          <p:nvPr/>
        </p:nvSpPr>
        <p:spPr>
          <a:xfrm>
            <a:off x="5905500" y="3648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congestion_pct</a:t>
            </a:r>
          </a:p>
        </p:txBody>
      </p:sp>
      <p:sp>
        <p:nvSpPr>
          <p:cNvPr id="20" name="background-18">
            <a:extLst>
              <a:ext uri="{FF2B5EF4-FFF2-40B4-BE49-F238E27FC236}">
                <a16:creationId xmlns:a16="http://schemas.microsoft.com/office/drawing/2014/main" id="{AD604A07-FB27-4260-8299-E724900D44E5}"/>
              </a:ext>
            </a:extLst>
          </p:cNvPr>
          <p:cNvSpPr>
            <a:spLocks noGrp="1"/>
          </p:cNvSpPr>
          <p:nvPr/>
        </p:nvSpPr>
        <p:spPr>
          <a:xfrm>
            <a:off x="5905500" y="4000500"/>
            <a:ext cx="5524500" cy="9525"/>
          </a:xfrm>
          <a:prstGeom prst="rect">
            <a:avLst/>
          </a:prstGeom>
          <a:solidFill>
            <a:srgbClr val="D4D9CE"/>
          </a:solidFill>
          <a:ln w="0">
            <a:noFill/>
          </a:ln>
        </p:spPr>
      </p:sp>
      <p:sp>
        <p:nvSpPr>
          <p:cNvPr id="21" name="reveal-19">
            <a:extLst>
              <a:ext uri="{FF2B5EF4-FFF2-40B4-BE49-F238E27FC236}">
                <a16:creationId xmlns:a16="http://schemas.microsoft.com/office/drawing/2014/main" id="{F713F37A-6162-40AE-A6F2-4E56115B78C0}"/>
              </a:ext>
            </a:extLst>
          </p:cNvPr>
          <p:cNvSpPr>
            <a:spLocks noGrp="1"/>
          </p:cNvSpPr>
          <p:nvPr/>
        </p:nvSpPr>
        <p:spPr>
          <a:xfrm>
            <a:off x="5905500" y="4029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incoming_delay_minutes</a:t>
            </a:r>
          </a:p>
        </p:txBody>
      </p:sp>
      <p:sp>
        <p:nvSpPr>
          <p:cNvPr id="22" name="background-20">
            <a:extLst>
              <a:ext uri="{FF2B5EF4-FFF2-40B4-BE49-F238E27FC236}">
                <a16:creationId xmlns:a16="http://schemas.microsoft.com/office/drawing/2014/main" id="{2B83E439-F603-4035-AA88-621B5EC9A885}"/>
              </a:ext>
            </a:extLst>
          </p:cNvPr>
          <p:cNvSpPr>
            <a:spLocks noGrp="1"/>
          </p:cNvSpPr>
          <p:nvPr/>
        </p:nvSpPr>
        <p:spPr>
          <a:xfrm>
            <a:off x="5905500" y="4381500"/>
            <a:ext cx="5524500" cy="9525"/>
          </a:xfrm>
          <a:prstGeom prst="rect">
            <a:avLst/>
          </a:prstGeom>
          <a:solidFill>
            <a:srgbClr val="D4D9CE"/>
          </a:solidFill>
          <a:ln w="0">
            <a:noFill/>
          </a:ln>
        </p:spPr>
      </p:sp>
      <p:sp>
        <p:nvSpPr>
          <p:cNvPr id="23" name="reveal-21">
            <a:extLst>
              <a:ext uri="{FF2B5EF4-FFF2-40B4-BE49-F238E27FC236}">
                <a16:creationId xmlns:a16="http://schemas.microsoft.com/office/drawing/2014/main" id="{FDE0FB66-F6F9-447D-A391-B17465473A7A}"/>
              </a:ext>
            </a:extLst>
          </p:cNvPr>
          <p:cNvSpPr>
            <a:spLocks noGrp="1"/>
          </p:cNvSpPr>
          <p:nvPr/>
        </p:nvSpPr>
        <p:spPr>
          <a:xfrm>
            <a:off x="5905500" y="4410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distance_km</a:t>
            </a:r>
          </a:p>
        </p:txBody>
      </p:sp>
      <p:sp>
        <p:nvSpPr>
          <p:cNvPr id="24" name="background-22">
            <a:extLst>
              <a:ext uri="{FF2B5EF4-FFF2-40B4-BE49-F238E27FC236}">
                <a16:creationId xmlns:a16="http://schemas.microsoft.com/office/drawing/2014/main" id="{511BB5D1-6CFD-45CB-957B-93518407573B}"/>
              </a:ext>
            </a:extLst>
          </p:cNvPr>
          <p:cNvSpPr>
            <a:spLocks noGrp="1"/>
          </p:cNvSpPr>
          <p:nvPr/>
        </p:nvSpPr>
        <p:spPr>
          <a:xfrm>
            <a:off x="5905500" y="4762500"/>
            <a:ext cx="5524500" cy="9525"/>
          </a:xfrm>
          <a:prstGeom prst="rect">
            <a:avLst/>
          </a:prstGeom>
          <a:solidFill>
            <a:srgbClr val="D4D9CE"/>
          </a:solidFill>
          <a:ln w="0">
            <a:noFill/>
          </a:ln>
        </p:spPr>
      </p:sp>
      <p:sp>
        <p:nvSpPr>
          <p:cNvPr id="25" name="reveal-23">
            <a:extLst>
              <a:ext uri="{FF2B5EF4-FFF2-40B4-BE49-F238E27FC236}">
                <a16:creationId xmlns:a16="http://schemas.microsoft.com/office/drawing/2014/main" id="{DBECE254-2E79-434C-A7B8-94A3EF6477DA}"/>
              </a:ext>
            </a:extLst>
          </p:cNvPr>
          <p:cNvSpPr>
            <a:spLocks noGrp="1"/>
          </p:cNvSpPr>
          <p:nvPr/>
        </p:nvSpPr>
        <p:spPr>
          <a:xfrm>
            <a:off x="5905500" y="4791075"/>
            <a:ext cx="5524500" cy="361950"/>
          </a:xfrm>
          <a:prstGeom prst="rect">
            <a:avLst/>
          </a:prstGeom>
          <a:noFill/>
          <a:ln w="0">
            <a:noFill/>
          </a:ln>
        </p:spPr>
        <p:txBody>
          <a:bodyPr wrap="square" lIns="0" tIns="0" rIns="0" bIns="0" anchor="t">
            <a:noAutofit/>
          </a:bodyPr>
          <a:lstStyle>
            <a:defPPr>
              <a:defRPr sz="1800" b="0">
                <a:solidFill>
                  <a:srgbClr val="202925"/>
                </a:solidFill>
                <a:latin typeface="Consolas"/>
                <a:ea typeface="Consolas"/>
                <a:cs typeface="Consolas"/>
              </a:defRPr>
            </a:defPPr>
            <a:lvl1pPr>
              <a:defRPr sz="1800" b="0">
                <a:solidFill>
                  <a:srgbClr val="202925"/>
                </a:solidFill>
                <a:latin typeface="Consolas"/>
                <a:ea typeface="Consolas"/>
                <a:cs typeface="Consolas"/>
              </a:defRPr>
            </a:lvl1pPr>
            <a:lvl2pPr>
              <a:defRPr sz="1800" b="0">
                <a:solidFill>
                  <a:srgbClr val="202925"/>
                </a:solidFill>
                <a:latin typeface="Consolas"/>
                <a:ea typeface="Consolas"/>
                <a:cs typeface="Consolas"/>
              </a:defRPr>
            </a:lvl2pPr>
            <a:lvl3pPr>
              <a:defRPr sz="1800" b="0">
                <a:solidFill>
                  <a:srgbClr val="202925"/>
                </a:solidFill>
                <a:latin typeface="Consolas"/>
                <a:ea typeface="Consolas"/>
                <a:cs typeface="Consolas"/>
              </a:defRPr>
            </a:lvl3pPr>
            <a:lvl4pPr>
              <a:defRPr sz="1800" b="0">
                <a:solidFill>
                  <a:srgbClr val="202925"/>
                </a:solidFill>
                <a:latin typeface="Consolas"/>
                <a:ea typeface="Consolas"/>
                <a:cs typeface="Consolas"/>
              </a:defRPr>
            </a:lvl4pPr>
            <a:lvl5pPr>
              <a:defRPr sz="1800" b="0">
                <a:solidFill>
                  <a:srgbClr val="202925"/>
                </a:solidFill>
                <a:latin typeface="Consolas"/>
                <a:ea typeface="Consolas"/>
                <a:cs typeface="Consolas"/>
              </a:defRPr>
            </a:lvl5pPr>
            <a:lvl6pPr>
              <a:defRPr sz="1800" b="0">
                <a:solidFill>
                  <a:srgbClr val="202925"/>
                </a:solidFill>
                <a:latin typeface="Consolas"/>
                <a:ea typeface="Consolas"/>
                <a:cs typeface="Consolas"/>
              </a:defRPr>
            </a:lvl6pPr>
            <a:lvl7pPr>
              <a:defRPr sz="1800" b="0">
                <a:solidFill>
                  <a:srgbClr val="202925"/>
                </a:solidFill>
                <a:latin typeface="Consolas"/>
                <a:ea typeface="Consolas"/>
                <a:cs typeface="Consolas"/>
              </a:defRPr>
            </a:lvl7pPr>
            <a:lvl8pPr>
              <a:defRPr sz="1800" b="0">
                <a:solidFill>
                  <a:srgbClr val="202925"/>
                </a:solidFill>
                <a:latin typeface="Consolas"/>
                <a:ea typeface="Consolas"/>
                <a:cs typeface="Consolas"/>
              </a:defRPr>
            </a:lvl8pPr>
            <a:lvl9pPr>
              <a:defRPr sz="1800" b="0">
                <a:solidFill>
                  <a:srgbClr val="202925"/>
                </a:solidFill>
                <a:latin typeface="Consolas"/>
                <a:ea typeface="Consolas"/>
                <a:cs typeface="Consolas"/>
              </a:defRPr>
            </a:lvl9pPr>
          </a:lstStyle>
          <a:p>
            <a:pPr>
              <a:defRPr sz="1800" b="0">
                <a:solidFill>
                  <a:srgbClr val="202925"/>
                </a:solidFill>
                <a:latin typeface="Consolas"/>
                <a:ea typeface="Consolas"/>
                <a:cs typeface="Consolas"/>
              </a:defRPr>
            </a:pPr>
            <a:r>
              <a:rPr sz="1800" b="0">
                <a:solidFill>
                  <a:srgbClr val="202925"/>
                </a:solidFill>
                <a:latin typeface="Consolas"/>
                <a:ea typeface="Consolas"/>
                <a:cs typeface="Consolas"/>
              </a:rPr>
              <a:t>scheduled_duration_minutes</a:t>
            </a:r>
          </a:p>
        </p:txBody>
      </p:sp>
      <p:sp>
        <p:nvSpPr>
          <p:cNvPr id="26" name="background-24">
            <a:extLst>
              <a:ext uri="{FF2B5EF4-FFF2-40B4-BE49-F238E27FC236}">
                <a16:creationId xmlns:a16="http://schemas.microsoft.com/office/drawing/2014/main" id="{31C0CC75-8F4E-4C33-8CFB-A31A88AA01D3}"/>
              </a:ext>
            </a:extLst>
          </p:cNvPr>
          <p:cNvSpPr>
            <a:spLocks noGrp="1"/>
          </p:cNvSpPr>
          <p:nvPr/>
        </p:nvSpPr>
        <p:spPr>
          <a:xfrm>
            <a:off x="5905500" y="5143500"/>
            <a:ext cx="5524500" cy="9525"/>
          </a:xfrm>
          <a:prstGeom prst="rect">
            <a:avLst/>
          </a:prstGeom>
          <a:solidFill>
            <a:srgbClr val="D4D9CE"/>
          </a:solidFill>
          <a:ln w="0">
            <a:noFill/>
          </a:ln>
        </p:spPr>
      </p:sp>
      <p:sp>
        <p:nvSpPr>
          <p:cNvPr id="27" name="body-4-25">
            <a:extLst>
              <a:ext uri="{FF2B5EF4-FFF2-40B4-BE49-F238E27FC236}">
                <a16:creationId xmlns:a16="http://schemas.microsoft.com/office/drawing/2014/main" id="{6ED0CF2D-FBF1-43F4-901B-536FF71EDE59}"/>
              </a:ext>
            </a:extLst>
          </p:cNvPr>
          <p:cNvSpPr>
            <a:spLocks noGrp="1"/>
          </p:cNvSpPr>
          <p:nvPr/>
        </p:nvSpPr>
        <p:spPr>
          <a:xfrm>
            <a:off x="552450" y="5314950"/>
            <a:ext cx="11087100" cy="400050"/>
          </a:xfrm>
          <a:prstGeom prst="rect">
            <a:avLst/>
          </a:prstGeom>
          <a:noFill/>
          <a:ln w="0">
            <a:noFill/>
          </a:ln>
        </p:spPr>
        <p:txBody>
          <a:bodyPr wrap="square" lIns="0" tIns="0" rIns="0" bIns="0" anchor="t">
            <a:noAutofit/>
          </a:bodyPr>
          <a:lstStyle>
            <a:defPPr>
              <a:defRPr sz="2025" b="1">
                <a:solidFill>
                  <a:srgbClr val="B98251"/>
                </a:solidFill>
                <a:latin typeface="Arial"/>
                <a:ea typeface="Arial"/>
                <a:cs typeface="Arial"/>
              </a:defRPr>
            </a:defPPr>
            <a:lvl1pPr>
              <a:defRPr sz="2025" b="1">
                <a:solidFill>
                  <a:srgbClr val="B98251"/>
                </a:solidFill>
                <a:latin typeface="Arial"/>
                <a:ea typeface="Arial"/>
                <a:cs typeface="Arial"/>
              </a:defRPr>
            </a:lvl1pPr>
            <a:lvl2pPr>
              <a:defRPr sz="2025" b="1">
                <a:solidFill>
                  <a:srgbClr val="B98251"/>
                </a:solidFill>
                <a:latin typeface="Arial"/>
                <a:ea typeface="Arial"/>
                <a:cs typeface="Arial"/>
              </a:defRPr>
            </a:lvl2pPr>
            <a:lvl3pPr>
              <a:defRPr sz="2025" b="1">
                <a:solidFill>
                  <a:srgbClr val="B98251"/>
                </a:solidFill>
                <a:latin typeface="Arial"/>
                <a:ea typeface="Arial"/>
                <a:cs typeface="Arial"/>
              </a:defRPr>
            </a:lvl3pPr>
            <a:lvl4pPr>
              <a:defRPr sz="2025" b="1">
                <a:solidFill>
                  <a:srgbClr val="B98251"/>
                </a:solidFill>
                <a:latin typeface="Arial"/>
                <a:ea typeface="Arial"/>
                <a:cs typeface="Arial"/>
              </a:defRPr>
            </a:lvl4pPr>
            <a:lvl5pPr>
              <a:defRPr sz="2025" b="1">
                <a:solidFill>
                  <a:srgbClr val="B98251"/>
                </a:solidFill>
                <a:latin typeface="Arial"/>
                <a:ea typeface="Arial"/>
                <a:cs typeface="Arial"/>
              </a:defRPr>
            </a:lvl5pPr>
            <a:lvl6pPr>
              <a:defRPr sz="2025" b="1">
                <a:solidFill>
                  <a:srgbClr val="B98251"/>
                </a:solidFill>
                <a:latin typeface="Arial"/>
                <a:ea typeface="Arial"/>
                <a:cs typeface="Arial"/>
              </a:defRPr>
            </a:lvl6pPr>
            <a:lvl7pPr>
              <a:defRPr sz="2025" b="1">
                <a:solidFill>
                  <a:srgbClr val="B98251"/>
                </a:solidFill>
                <a:latin typeface="Arial"/>
                <a:ea typeface="Arial"/>
                <a:cs typeface="Arial"/>
              </a:defRPr>
            </a:lvl7pPr>
            <a:lvl8pPr>
              <a:defRPr sz="2025" b="1">
                <a:solidFill>
                  <a:srgbClr val="B98251"/>
                </a:solidFill>
                <a:latin typeface="Arial"/>
                <a:ea typeface="Arial"/>
                <a:cs typeface="Arial"/>
              </a:defRPr>
            </a:lvl8pPr>
            <a:lvl9pPr>
              <a:defRPr sz="2025" b="1">
                <a:solidFill>
                  <a:srgbClr val="B98251"/>
                </a:solidFill>
                <a:latin typeface="Arial"/>
                <a:ea typeface="Arial"/>
                <a:cs typeface="Arial"/>
              </a:defRPr>
            </a:lvl9pPr>
          </a:lstStyle>
          <a:p>
            <a:pPr>
              <a:defRPr sz="2025" b="1">
                <a:solidFill>
                  <a:srgbClr val="B98251"/>
                </a:solidFill>
                <a:latin typeface="Arial"/>
                <a:ea typeface="Arial"/>
                <a:cs typeface="Arial"/>
              </a:defRPr>
            </a:pPr>
            <a:r>
              <a:rPr sz="2025" b="1">
                <a:solidFill>
                  <a:srgbClr val="B98251"/>
                </a:solidFill>
                <a:latin typeface="Arial"/>
                <a:ea typeface="Arial"/>
                <a:cs typeface="Arial"/>
              </a:rPr>
              <a:t>6,000 synthetic rows. Original chronological split: 4,200 / 900 / 900.</a:t>
            </a:r>
          </a:p>
        </p:txBody>
      </p:sp>
      <p:sp>
        <p:nvSpPr>
          <p:cNvPr id="28" name="body-5-26">
            <a:extLst>
              <a:ext uri="{FF2B5EF4-FFF2-40B4-BE49-F238E27FC236}">
                <a16:creationId xmlns:a16="http://schemas.microsoft.com/office/drawing/2014/main" id="{A44509DB-BE6D-42CB-99E8-4B111B658265}"/>
              </a:ext>
            </a:extLst>
          </p:cNvPr>
          <p:cNvSpPr>
            <a:spLocks noGrp="1"/>
          </p:cNvSpPr>
          <p:nvPr/>
        </p:nvSpPr>
        <p:spPr>
          <a:xfrm>
            <a:off x="552450" y="5791200"/>
            <a:ext cx="11087100" cy="409575"/>
          </a:xfrm>
          <a:prstGeom prst="rect">
            <a:avLst/>
          </a:prstGeom>
          <a:noFill/>
          <a:ln w="0">
            <a:noFill/>
          </a:ln>
        </p:spPr>
        <p:txBody>
          <a:bodyPr wrap="square" lIns="0" tIns="0" rIns="0" bIns="0" anchor="t">
            <a:noAutofit/>
          </a:bodyPr>
          <a:lstStyle>
            <a:defPPr>
              <a:defRPr sz="1650" b="0">
                <a:solidFill>
                  <a:srgbClr val="69736A"/>
                </a:solidFill>
                <a:latin typeface="Arial"/>
                <a:ea typeface="Arial"/>
                <a:cs typeface="Arial"/>
              </a:defRPr>
            </a:defPPr>
            <a:lvl1pPr>
              <a:defRPr sz="1650" b="0">
                <a:solidFill>
                  <a:srgbClr val="69736A"/>
                </a:solidFill>
                <a:latin typeface="Arial"/>
                <a:ea typeface="Arial"/>
                <a:cs typeface="Arial"/>
              </a:defRPr>
            </a:lvl1pPr>
            <a:lvl2pPr>
              <a:defRPr sz="1650" b="0">
                <a:solidFill>
                  <a:srgbClr val="69736A"/>
                </a:solidFill>
                <a:latin typeface="Arial"/>
                <a:ea typeface="Arial"/>
                <a:cs typeface="Arial"/>
              </a:defRPr>
            </a:lvl2pPr>
            <a:lvl3pPr>
              <a:defRPr sz="1650" b="0">
                <a:solidFill>
                  <a:srgbClr val="69736A"/>
                </a:solidFill>
                <a:latin typeface="Arial"/>
                <a:ea typeface="Arial"/>
                <a:cs typeface="Arial"/>
              </a:defRPr>
            </a:lvl3pPr>
            <a:lvl4pPr>
              <a:defRPr sz="1650" b="0">
                <a:solidFill>
                  <a:srgbClr val="69736A"/>
                </a:solidFill>
                <a:latin typeface="Arial"/>
                <a:ea typeface="Arial"/>
                <a:cs typeface="Arial"/>
              </a:defRPr>
            </a:lvl4pPr>
            <a:lvl5pPr>
              <a:defRPr sz="1650" b="0">
                <a:solidFill>
                  <a:srgbClr val="69736A"/>
                </a:solidFill>
                <a:latin typeface="Arial"/>
                <a:ea typeface="Arial"/>
                <a:cs typeface="Arial"/>
              </a:defRPr>
            </a:lvl5pPr>
            <a:lvl6pPr>
              <a:defRPr sz="1650" b="0">
                <a:solidFill>
                  <a:srgbClr val="69736A"/>
                </a:solidFill>
                <a:latin typeface="Arial"/>
                <a:ea typeface="Arial"/>
                <a:cs typeface="Arial"/>
              </a:defRPr>
            </a:lvl6pPr>
            <a:lvl7pPr>
              <a:defRPr sz="1650" b="0">
                <a:solidFill>
                  <a:srgbClr val="69736A"/>
                </a:solidFill>
                <a:latin typeface="Arial"/>
                <a:ea typeface="Arial"/>
                <a:cs typeface="Arial"/>
              </a:defRPr>
            </a:lvl7pPr>
            <a:lvl8pPr>
              <a:defRPr sz="1650" b="0">
                <a:solidFill>
                  <a:srgbClr val="69736A"/>
                </a:solidFill>
                <a:latin typeface="Arial"/>
                <a:ea typeface="Arial"/>
                <a:cs typeface="Arial"/>
              </a:defRPr>
            </a:lvl8pPr>
            <a:lvl9pPr>
              <a:defRPr sz="1650" b="0">
                <a:solidFill>
                  <a:srgbClr val="69736A"/>
                </a:solidFill>
                <a:latin typeface="Arial"/>
                <a:ea typeface="Arial"/>
                <a:cs typeface="Arial"/>
              </a:defRPr>
            </a:lvl9pPr>
          </a:lstStyle>
          <a:p>
            <a:pPr>
              <a:defRPr sz="1650" b="0">
                <a:solidFill>
                  <a:srgbClr val="69736A"/>
                </a:solidFill>
                <a:latin typeface="Arial"/>
                <a:ea typeface="Arial"/>
                <a:cs typeface="Arial"/>
              </a:defRPr>
            </a:pPr>
            <a:r>
              <a:rPr sz="1650" b="0">
                <a:solidFill>
                  <a:srgbClr val="69736A"/>
                </a:solidFill>
                <a:latin typeface="Arial"/>
                <a:ea typeface="Arial"/>
                <a:cs typeface="Arial"/>
              </a:rPr>
              <a:t>Labels are delayed_15_plus and departure_delay_minutes. Never put either label into X.</a:t>
            </a:r>
          </a:p>
        </p:txBody>
      </p:sp>
    </p:spTree>
    <p:extLst>
      <p:ext uri="{BB962C8B-B14F-4D97-AF65-F5344CB8AC3E}">
        <p14:creationId xmlns:p14="http://schemas.microsoft.com/office/powerpoint/2010/main" val="776675303"/>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30"/>
                                        <p:tgtEl>
                                          <p:spTgt spid="11"/>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30"/>
                                        <p:tgtEl>
                                          <p:spTgt spid="12"/>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30"/>
                                        <p:tgtEl>
                                          <p:spTgt spid="13"/>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30"/>
                                        <p:tgtEl>
                                          <p:spTgt spid="15"/>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30"/>
                                        <p:tgtEl>
                                          <p:spTgt spid="17"/>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130"/>
                                        <p:tgtEl>
                                          <p:spTgt spid="19"/>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30"/>
                                        <p:tgtEl>
                                          <p:spTgt spid="21"/>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30"/>
                                        <p:tgtEl>
                                          <p:spTgt spid="23"/>
                                        </p:tgtEl>
                                      </p:cBhvr>
                                    </p:animEffect>
                                  </p:childTnLst>
                                </p:cTn>
                              </p:par>
                            </p:childTnLst>
                          </p:cTn>
                        </p:par>
                        <p:par>
                          <p:cTn id="56" fill="hold">
                            <p:stCondLst>
                              <p:cond delay="196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30"/>
                                        <p:tgtEl>
                                          <p:spTgt spid="25"/>
                                        </p:tgtEl>
                                      </p:cBhvr>
                                    </p:animEffect>
                                  </p:childTnLst>
                                </p:cTn>
                              </p:par>
                            </p:childTnLst>
                          </p:cTn>
                        </p:par>
                        <p:par>
                          <p:cTn id="60" fill="hold">
                            <p:stCondLst>
                              <p:cond delay="2090"/>
                            </p:stCondLst>
                            <p:childTnLst>
                              <p:par>
                                <p:cTn id="61" presetID="10" presetClass="entr" presetSubtype="0"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30"/>
                                        <p:tgtEl>
                                          <p:spTgt spid="27"/>
                                        </p:tgtEl>
                                      </p:cBhvr>
                                    </p:animEffect>
                                  </p:childTnLst>
                                </p:cTn>
                              </p:par>
                            </p:childTnLst>
                          </p:cTn>
                        </p:par>
                        <p:par>
                          <p:cTn id="64" fill="hold">
                            <p:stCondLst>
                              <p:cond delay="2220"/>
                            </p:stCondLst>
                            <p:childTnLst>
                              <p:par>
                                <p:cTn id="65" presetID="10" presetClass="entr" presetSubtype="0"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13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1" grpId="0"/>
      <p:bldP spid="12" grpId="0"/>
      <p:bldP spid="13" grpId="0"/>
      <p:bldP spid="15" grpId="0"/>
      <p:bldP spid="17" grpId="0"/>
      <p:bldP spid="19" grpId="0"/>
      <p:bldP spid="21" grpId="0"/>
      <p:bldP spid="23" grpId="0"/>
      <p:bldP spid="25" grpId="0"/>
      <p:bldP spid="2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294C8FD9-0081-460B-935B-601EEEB3E04F}"/>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6BB31FA2-CFF9-4D79-8D89-D1452E420866}"/>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3D71AD78-8092-445E-AC42-EA2223F5434B}"/>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04 / 12</a:t>
            </a:r>
          </a:p>
        </p:txBody>
      </p:sp>
      <p:sp>
        <p:nvSpPr>
          <p:cNvPr id="5" name="title-1-3">
            <a:extLst>
              <a:ext uri="{FF2B5EF4-FFF2-40B4-BE49-F238E27FC236}">
                <a16:creationId xmlns:a16="http://schemas.microsoft.com/office/drawing/2014/main" id="{9B016D4A-1FE2-422F-8B04-9EC4DBEEC185}"/>
              </a:ext>
            </a:extLst>
          </p:cNvPr>
          <p:cNvSpPr>
            <a:spLocks noGrp="1"/>
          </p:cNvSpPr>
          <p:nvPr/>
        </p:nvSpPr>
        <p:spPr>
          <a:xfrm>
            <a:off x="552450" y="752475"/>
            <a:ext cx="1095375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Preprocessing, training and testing</a:t>
            </a:r>
          </a:p>
        </p:txBody>
      </p:sp>
      <p:sp>
        <p:nvSpPr>
          <p:cNvPr id="6" name="background-4">
            <a:extLst>
              <a:ext uri="{FF2B5EF4-FFF2-40B4-BE49-F238E27FC236}">
                <a16:creationId xmlns:a16="http://schemas.microsoft.com/office/drawing/2014/main" id="{C068619D-3B93-4BE7-A014-69A5A05ED6D8}"/>
              </a:ext>
            </a:extLst>
          </p:cNvPr>
          <p:cNvSpPr>
            <a:spLocks noGrp="1"/>
          </p:cNvSpPr>
          <p:nvPr/>
        </p:nvSpPr>
        <p:spPr>
          <a:xfrm>
            <a:off x="552450" y="6257925"/>
            <a:ext cx="9906000" cy="9525"/>
          </a:xfrm>
          <a:prstGeom prst="rect">
            <a:avLst/>
          </a:prstGeom>
          <a:solidFill>
            <a:srgbClr val="D4D9CE"/>
          </a:solidFill>
          <a:ln w="0">
            <a:noFill/>
          </a:ln>
        </p:spPr>
      </p:sp>
      <p:sp>
        <p:nvSpPr>
          <p:cNvPr id="7" name="reveal-5">
            <a:extLst>
              <a:ext uri="{FF2B5EF4-FFF2-40B4-BE49-F238E27FC236}">
                <a16:creationId xmlns:a16="http://schemas.microsoft.com/office/drawing/2014/main" id="{A4362A10-DBEF-4367-9757-A8909A30DC3D}"/>
              </a:ext>
            </a:extLst>
          </p:cNvPr>
          <p:cNvSpPr>
            <a:spLocks noGrp="1"/>
          </p:cNvSpPr>
          <p:nvPr/>
        </p:nvSpPr>
        <p:spPr>
          <a:xfrm>
            <a:off x="552450" y="2028825"/>
            <a:ext cx="4048125" cy="276225"/>
          </a:xfrm>
          <a:prstGeom prst="rect">
            <a:avLst/>
          </a:prstGeom>
          <a:noFill/>
          <a:ln w="0">
            <a:noFill/>
          </a:ln>
        </p:spPr>
        <p:txBody>
          <a:bodyPr wrap="square" lIns="0" tIns="0" rIns="0" bIns="0" anchor="t">
            <a:noAutofit/>
          </a:bodyPr>
          <a:lstStyle>
            <a:defPPr>
              <a:defRPr sz="1350" b="1">
                <a:solidFill>
                  <a:srgbClr val="B98251"/>
                </a:solidFill>
                <a:latin typeface="Arial"/>
                <a:ea typeface="Arial"/>
                <a:cs typeface="Arial"/>
              </a:defRPr>
            </a:defPPr>
            <a:lvl1pPr>
              <a:defRPr sz="1350" b="1">
                <a:solidFill>
                  <a:srgbClr val="B98251"/>
                </a:solidFill>
                <a:latin typeface="Arial"/>
                <a:ea typeface="Arial"/>
                <a:cs typeface="Arial"/>
              </a:defRPr>
            </a:lvl1pPr>
            <a:lvl2pPr>
              <a:defRPr sz="1350" b="1">
                <a:solidFill>
                  <a:srgbClr val="B98251"/>
                </a:solidFill>
                <a:latin typeface="Arial"/>
                <a:ea typeface="Arial"/>
                <a:cs typeface="Arial"/>
              </a:defRPr>
            </a:lvl2pPr>
            <a:lvl3pPr>
              <a:defRPr sz="1350" b="1">
                <a:solidFill>
                  <a:srgbClr val="B98251"/>
                </a:solidFill>
                <a:latin typeface="Arial"/>
                <a:ea typeface="Arial"/>
                <a:cs typeface="Arial"/>
              </a:defRPr>
            </a:lvl3pPr>
            <a:lvl4pPr>
              <a:defRPr sz="1350" b="1">
                <a:solidFill>
                  <a:srgbClr val="B98251"/>
                </a:solidFill>
                <a:latin typeface="Arial"/>
                <a:ea typeface="Arial"/>
                <a:cs typeface="Arial"/>
              </a:defRPr>
            </a:lvl4pPr>
            <a:lvl5pPr>
              <a:defRPr sz="1350" b="1">
                <a:solidFill>
                  <a:srgbClr val="B98251"/>
                </a:solidFill>
                <a:latin typeface="Arial"/>
                <a:ea typeface="Arial"/>
                <a:cs typeface="Arial"/>
              </a:defRPr>
            </a:lvl5pPr>
            <a:lvl6pPr>
              <a:defRPr sz="1350" b="1">
                <a:solidFill>
                  <a:srgbClr val="B98251"/>
                </a:solidFill>
                <a:latin typeface="Arial"/>
                <a:ea typeface="Arial"/>
                <a:cs typeface="Arial"/>
              </a:defRPr>
            </a:lvl6pPr>
            <a:lvl7pPr>
              <a:defRPr sz="1350" b="1">
                <a:solidFill>
                  <a:srgbClr val="B98251"/>
                </a:solidFill>
                <a:latin typeface="Arial"/>
                <a:ea typeface="Arial"/>
                <a:cs typeface="Arial"/>
              </a:defRPr>
            </a:lvl7pPr>
            <a:lvl8pPr>
              <a:defRPr sz="1350" b="1">
                <a:solidFill>
                  <a:srgbClr val="B98251"/>
                </a:solidFill>
                <a:latin typeface="Arial"/>
                <a:ea typeface="Arial"/>
                <a:cs typeface="Arial"/>
              </a:defRPr>
            </a:lvl8pPr>
            <a:lvl9pPr>
              <a:defRPr sz="1350" b="1">
                <a:solidFill>
                  <a:srgbClr val="B98251"/>
                </a:solidFill>
                <a:latin typeface="Arial"/>
                <a:ea typeface="Arial"/>
                <a:cs typeface="Arial"/>
              </a:defRPr>
            </a:lvl9pPr>
          </a:lstStyle>
          <a:p>
            <a:pPr>
              <a:defRPr sz="1350" b="1">
                <a:solidFill>
                  <a:srgbClr val="B98251"/>
                </a:solidFill>
                <a:latin typeface="Arial"/>
                <a:ea typeface="Arial"/>
                <a:cs typeface="Arial"/>
              </a:defRPr>
            </a:pPr>
            <a:r>
              <a:rPr sz="1350" b="1">
                <a:solidFill>
                  <a:srgbClr val="B98251"/>
                </a:solidFill>
                <a:latin typeface="Arial"/>
                <a:ea typeface="Arial"/>
                <a:cs typeface="Arial"/>
              </a:rPr>
              <a:t>Step</a:t>
            </a:r>
          </a:p>
        </p:txBody>
      </p:sp>
      <p:sp>
        <p:nvSpPr>
          <p:cNvPr id="8" name="reveal-6">
            <a:extLst>
              <a:ext uri="{FF2B5EF4-FFF2-40B4-BE49-F238E27FC236}">
                <a16:creationId xmlns:a16="http://schemas.microsoft.com/office/drawing/2014/main" id="{4FE91C5A-B3FB-488A-BFFC-4C49A2998093}"/>
              </a:ext>
            </a:extLst>
          </p:cNvPr>
          <p:cNvSpPr>
            <a:spLocks noGrp="1"/>
          </p:cNvSpPr>
          <p:nvPr/>
        </p:nvSpPr>
        <p:spPr>
          <a:xfrm>
            <a:off x="4772025" y="2028825"/>
            <a:ext cx="6858000" cy="276225"/>
          </a:xfrm>
          <a:prstGeom prst="rect">
            <a:avLst/>
          </a:prstGeom>
          <a:noFill/>
          <a:ln w="0">
            <a:noFill/>
          </a:ln>
        </p:spPr>
        <p:txBody>
          <a:bodyPr wrap="square" lIns="0" tIns="0" rIns="0" bIns="0" anchor="t">
            <a:noAutofit/>
          </a:bodyPr>
          <a:lstStyle>
            <a:defPPr>
              <a:defRPr sz="1350" b="1">
                <a:solidFill>
                  <a:srgbClr val="B98251"/>
                </a:solidFill>
                <a:latin typeface="Arial"/>
                <a:ea typeface="Arial"/>
                <a:cs typeface="Arial"/>
              </a:defRPr>
            </a:defPPr>
            <a:lvl1pPr>
              <a:defRPr sz="1350" b="1">
                <a:solidFill>
                  <a:srgbClr val="B98251"/>
                </a:solidFill>
                <a:latin typeface="Arial"/>
                <a:ea typeface="Arial"/>
                <a:cs typeface="Arial"/>
              </a:defRPr>
            </a:lvl1pPr>
            <a:lvl2pPr>
              <a:defRPr sz="1350" b="1">
                <a:solidFill>
                  <a:srgbClr val="B98251"/>
                </a:solidFill>
                <a:latin typeface="Arial"/>
                <a:ea typeface="Arial"/>
                <a:cs typeface="Arial"/>
              </a:defRPr>
            </a:lvl2pPr>
            <a:lvl3pPr>
              <a:defRPr sz="1350" b="1">
                <a:solidFill>
                  <a:srgbClr val="B98251"/>
                </a:solidFill>
                <a:latin typeface="Arial"/>
                <a:ea typeface="Arial"/>
                <a:cs typeface="Arial"/>
              </a:defRPr>
            </a:lvl3pPr>
            <a:lvl4pPr>
              <a:defRPr sz="1350" b="1">
                <a:solidFill>
                  <a:srgbClr val="B98251"/>
                </a:solidFill>
                <a:latin typeface="Arial"/>
                <a:ea typeface="Arial"/>
                <a:cs typeface="Arial"/>
              </a:defRPr>
            </a:lvl4pPr>
            <a:lvl5pPr>
              <a:defRPr sz="1350" b="1">
                <a:solidFill>
                  <a:srgbClr val="B98251"/>
                </a:solidFill>
                <a:latin typeface="Arial"/>
                <a:ea typeface="Arial"/>
                <a:cs typeface="Arial"/>
              </a:defRPr>
            </a:lvl5pPr>
            <a:lvl6pPr>
              <a:defRPr sz="1350" b="1">
                <a:solidFill>
                  <a:srgbClr val="B98251"/>
                </a:solidFill>
                <a:latin typeface="Arial"/>
                <a:ea typeface="Arial"/>
                <a:cs typeface="Arial"/>
              </a:defRPr>
            </a:lvl6pPr>
            <a:lvl7pPr>
              <a:defRPr sz="1350" b="1">
                <a:solidFill>
                  <a:srgbClr val="B98251"/>
                </a:solidFill>
                <a:latin typeface="Arial"/>
                <a:ea typeface="Arial"/>
                <a:cs typeface="Arial"/>
              </a:defRPr>
            </a:lvl7pPr>
            <a:lvl8pPr>
              <a:defRPr sz="1350" b="1">
                <a:solidFill>
                  <a:srgbClr val="B98251"/>
                </a:solidFill>
                <a:latin typeface="Arial"/>
                <a:ea typeface="Arial"/>
                <a:cs typeface="Arial"/>
              </a:defRPr>
            </a:lvl8pPr>
            <a:lvl9pPr>
              <a:defRPr sz="1350" b="1">
                <a:solidFill>
                  <a:srgbClr val="B98251"/>
                </a:solidFill>
                <a:latin typeface="Arial"/>
                <a:ea typeface="Arial"/>
                <a:cs typeface="Arial"/>
              </a:defRPr>
            </a:lvl9pPr>
          </a:lstStyle>
          <a:p>
            <a:pPr>
              <a:defRPr sz="1350" b="1">
                <a:solidFill>
                  <a:srgbClr val="B98251"/>
                </a:solidFill>
                <a:latin typeface="Arial"/>
                <a:ea typeface="Arial"/>
                <a:cs typeface="Arial"/>
              </a:defRPr>
            </a:pPr>
            <a:r>
              <a:rPr sz="1350" b="1">
                <a:solidFill>
                  <a:srgbClr val="B98251"/>
                </a:solidFill>
                <a:latin typeface="Arial"/>
                <a:ea typeface="Arial"/>
                <a:cs typeface="Arial"/>
              </a:rPr>
              <a:t>What to say</a:t>
            </a:r>
          </a:p>
        </p:txBody>
      </p:sp>
      <p:sp>
        <p:nvSpPr>
          <p:cNvPr id="9" name="background-7">
            <a:extLst>
              <a:ext uri="{FF2B5EF4-FFF2-40B4-BE49-F238E27FC236}">
                <a16:creationId xmlns:a16="http://schemas.microsoft.com/office/drawing/2014/main" id="{C77CA707-7107-423E-B958-754EDA2697CD}"/>
              </a:ext>
            </a:extLst>
          </p:cNvPr>
          <p:cNvSpPr>
            <a:spLocks noGrp="1"/>
          </p:cNvSpPr>
          <p:nvPr/>
        </p:nvSpPr>
        <p:spPr>
          <a:xfrm>
            <a:off x="552450" y="2381250"/>
            <a:ext cx="11087100" cy="9525"/>
          </a:xfrm>
          <a:prstGeom prst="rect">
            <a:avLst/>
          </a:prstGeom>
          <a:solidFill>
            <a:srgbClr val="D4D9CE"/>
          </a:solidFill>
          <a:ln w="0">
            <a:noFill/>
          </a:ln>
        </p:spPr>
      </p:sp>
      <p:sp>
        <p:nvSpPr>
          <p:cNvPr id="10" name="reveal-8">
            <a:extLst>
              <a:ext uri="{FF2B5EF4-FFF2-40B4-BE49-F238E27FC236}">
                <a16:creationId xmlns:a16="http://schemas.microsoft.com/office/drawing/2014/main" id="{C3E1817C-0C09-4D01-BDEC-AF3C8AD5FFA8}"/>
              </a:ext>
            </a:extLst>
          </p:cNvPr>
          <p:cNvSpPr>
            <a:spLocks noGrp="1"/>
          </p:cNvSpPr>
          <p:nvPr/>
        </p:nvSpPr>
        <p:spPr>
          <a:xfrm>
            <a:off x="552450" y="2476500"/>
            <a:ext cx="3810000" cy="4953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4200 training rows</a:t>
            </a:r>
          </a:p>
        </p:txBody>
      </p:sp>
      <p:sp>
        <p:nvSpPr>
          <p:cNvPr id="11" name="reveal-9">
            <a:extLst>
              <a:ext uri="{FF2B5EF4-FFF2-40B4-BE49-F238E27FC236}">
                <a16:creationId xmlns:a16="http://schemas.microsoft.com/office/drawing/2014/main" id="{0D0E9308-4D98-4493-ACDE-2BF69055DE1B}"/>
              </a:ext>
            </a:extLst>
          </p:cNvPr>
          <p:cNvSpPr>
            <a:spLocks noGrp="1"/>
          </p:cNvSpPr>
          <p:nvPr/>
        </p:nvSpPr>
        <p:spPr>
          <a:xfrm>
            <a:off x="4772025" y="2495550"/>
            <a:ext cx="6858000" cy="552450"/>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sz="2025" b="0">
                <a:solidFill>
                  <a:srgbClr val="202925"/>
                </a:solidFill>
                <a:latin typeface="Arial"/>
                <a:ea typeface="Arial"/>
                <a:cs typeface="Arial"/>
              </a:rPr>
              <a:t>Fit the encoder and each estimator on training data</a:t>
            </a:r>
          </a:p>
        </p:txBody>
      </p:sp>
      <p:sp>
        <p:nvSpPr>
          <p:cNvPr id="12" name="background-10">
            <a:extLst>
              <a:ext uri="{FF2B5EF4-FFF2-40B4-BE49-F238E27FC236}">
                <a16:creationId xmlns:a16="http://schemas.microsoft.com/office/drawing/2014/main" id="{5E4E43FD-6FDB-45BF-8F53-AB7B99D6E6EF}"/>
              </a:ext>
            </a:extLst>
          </p:cNvPr>
          <p:cNvSpPr>
            <a:spLocks noGrp="1"/>
          </p:cNvSpPr>
          <p:nvPr/>
        </p:nvSpPr>
        <p:spPr>
          <a:xfrm>
            <a:off x="552450" y="3067050"/>
            <a:ext cx="11087100" cy="9525"/>
          </a:xfrm>
          <a:prstGeom prst="rect">
            <a:avLst/>
          </a:prstGeom>
          <a:solidFill>
            <a:srgbClr val="D4D9CE"/>
          </a:solidFill>
          <a:ln w="0">
            <a:noFill/>
          </a:ln>
        </p:spPr>
      </p:sp>
      <p:sp>
        <p:nvSpPr>
          <p:cNvPr id="13" name="reveal-11">
            <a:extLst>
              <a:ext uri="{FF2B5EF4-FFF2-40B4-BE49-F238E27FC236}">
                <a16:creationId xmlns:a16="http://schemas.microsoft.com/office/drawing/2014/main" id="{3E698D46-7005-479D-8125-1596D87ECEA2}"/>
              </a:ext>
            </a:extLst>
          </p:cNvPr>
          <p:cNvSpPr>
            <a:spLocks noGrp="1"/>
          </p:cNvSpPr>
          <p:nvPr/>
        </p:nvSpPr>
        <p:spPr>
          <a:xfrm>
            <a:off x="552450" y="3162300"/>
            <a:ext cx="3810000" cy="4953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10 raw input columns</a:t>
            </a:r>
          </a:p>
        </p:txBody>
      </p:sp>
      <p:sp>
        <p:nvSpPr>
          <p:cNvPr id="14" name="reveal-12">
            <a:extLst>
              <a:ext uri="{FF2B5EF4-FFF2-40B4-BE49-F238E27FC236}">
                <a16:creationId xmlns:a16="http://schemas.microsoft.com/office/drawing/2014/main" id="{DAD98541-9FD3-43C3-A83C-A9C2321BECCE}"/>
              </a:ext>
            </a:extLst>
          </p:cNvPr>
          <p:cNvSpPr>
            <a:spLocks noGrp="1"/>
          </p:cNvSpPr>
          <p:nvPr/>
        </p:nvSpPr>
        <p:spPr>
          <a:xfrm>
            <a:off x="4772025" y="3181350"/>
            <a:ext cx="6858000" cy="552450"/>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sz="2025" b="0">
                <a:solidFill>
                  <a:srgbClr val="202925"/>
                </a:solidFill>
                <a:latin typeface="Arial"/>
                <a:ea typeface="Arial"/>
                <a:cs typeface="Arial"/>
              </a:rPr>
              <a:t>Three categorical and seven numeric features</a:t>
            </a:r>
          </a:p>
        </p:txBody>
      </p:sp>
      <p:sp>
        <p:nvSpPr>
          <p:cNvPr id="15" name="background-13">
            <a:extLst>
              <a:ext uri="{FF2B5EF4-FFF2-40B4-BE49-F238E27FC236}">
                <a16:creationId xmlns:a16="http://schemas.microsoft.com/office/drawing/2014/main" id="{8F3DA61F-068F-4CA9-A596-807D15228E62}"/>
              </a:ext>
            </a:extLst>
          </p:cNvPr>
          <p:cNvSpPr>
            <a:spLocks noGrp="1"/>
          </p:cNvSpPr>
          <p:nvPr/>
        </p:nvSpPr>
        <p:spPr>
          <a:xfrm>
            <a:off x="552450" y="3752850"/>
            <a:ext cx="11087100" cy="9525"/>
          </a:xfrm>
          <a:prstGeom prst="rect">
            <a:avLst/>
          </a:prstGeom>
          <a:solidFill>
            <a:srgbClr val="D4D9CE"/>
          </a:solidFill>
          <a:ln w="0">
            <a:noFill/>
          </a:ln>
        </p:spPr>
      </p:sp>
      <p:sp>
        <p:nvSpPr>
          <p:cNvPr id="16" name="reveal-14">
            <a:extLst>
              <a:ext uri="{FF2B5EF4-FFF2-40B4-BE49-F238E27FC236}">
                <a16:creationId xmlns:a16="http://schemas.microsoft.com/office/drawing/2014/main" id="{65FDEB03-E2A6-45AB-AFA9-7DC15DCE2C89}"/>
              </a:ext>
            </a:extLst>
          </p:cNvPr>
          <p:cNvSpPr>
            <a:spLocks noGrp="1"/>
          </p:cNvSpPr>
          <p:nvPr/>
        </p:nvSpPr>
        <p:spPr>
          <a:xfrm>
            <a:off x="552450" y="3848100"/>
            <a:ext cx="3810000" cy="4953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18 encoded columns</a:t>
            </a:r>
          </a:p>
        </p:txBody>
      </p:sp>
      <p:sp>
        <p:nvSpPr>
          <p:cNvPr id="17" name="reveal-15">
            <a:extLst>
              <a:ext uri="{FF2B5EF4-FFF2-40B4-BE49-F238E27FC236}">
                <a16:creationId xmlns:a16="http://schemas.microsoft.com/office/drawing/2014/main" id="{F5553595-9DCA-495E-9EE5-2FA7DF4DA556}"/>
              </a:ext>
            </a:extLst>
          </p:cNvPr>
          <p:cNvSpPr>
            <a:spLocks noGrp="1"/>
          </p:cNvSpPr>
          <p:nvPr/>
        </p:nvSpPr>
        <p:spPr>
          <a:xfrm>
            <a:off x="4772025" y="3867150"/>
            <a:ext cx="6858000" cy="552450"/>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sz="2025" b="0">
                <a:solidFill>
                  <a:srgbClr val="202925"/>
                </a:solidFill>
                <a:latin typeface="Arial"/>
                <a:ea typeface="Arial"/>
                <a:cs typeface="Arial"/>
              </a:rPr>
              <a:t>One-hot representation inside the saved pipeline</a:t>
            </a:r>
          </a:p>
        </p:txBody>
      </p:sp>
      <p:sp>
        <p:nvSpPr>
          <p:cNvPr id="18" name="background-16">
            <a:extLst>
              <a:ext uri="{FF2B5EF4-FFF2-40B4-BE49-F238E27FC236}">
                <a16:creationId xmlns:a16="http://schemas.microsoft.com/office/drawing/2014/main" id="{AD6A4756-28B9-43F6-BC78-E61CE92874D1}"/>
              </a:ext>
            </a:extLst>
          </p:cNvPr>
          <p:cNvSpPr>
            <a:spLocks noGrp="1"/>
          </p:cNvSpPr>
          <p:nvPr/>
        </p:nvSpPr>
        <p:spPr>
          <a:xfrm>
            <a:off x="552450" y="4438650"/>
            <a:ext cx="11087100" cy="9525"/>
          </a:xfrm>
          <a:prstGeom prst="rect">
            <a:avLst/>
          </a:prstGeom>
          <a:solidFill>
            <a:srgbClr val="D4D9CE"/>
          </a:solidFill>
          <a:ln w="0">
            <a:noFill/>
          </a:ln>
        </p:spPr>
      </p:sp>
      <p:sp>
        <p:nvSpPr>
          <p:cNvPr id="19" name="reveal-17">
            <a:extLst>
              <a:ext uri="{FF2B5EF4-FFF2-40B4-BE49-F238E27FC236}">
                <a16:creationId xmlns:a16="http://schemas.microsoft.com/office/drawing/2014/main" id="{AAB871DD-D2E5-47D3-9395-BA5FF68C49CA}"/>
              </a:ext>
            </a:extLst>
          </p:cNvPr>
          <p:cNvSpPr>
            <a:spLocks noGrp="1"/>
          </p:cNvSpPr>
          <p:nvPr/>
        </p:nvSpPr>
        <p:spPr>
          <a:xfrm>
            <a:off x="552450" y="4533900"/>
            <a:ext cx="3810000" cy="4953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900 validation rows</a:t>
            </a:r>
          </a:p>
        </p:txBody>
      </p:sp>
      <p:sp>
        <p:nvSpPr>
          <p:cNvPr id="20" name="reveal-18">
            <a:extLst>
              <a:ext uri="{FF2B5EF4-FFF2-40B4-BE49-F238E27FC236}">
                <a16:creationId xmlns:a16="http://schemas.microsoft.com/office/drawing/2014/main" id="{022B4B6E-EC85-48B0-B836-793927BA27C2}"/>
              </a:ext>
            </a:extLst>
          </p:cNvPr>
          <p:cNvSpPr>
            <a:spLocks noGrp="1"/>
          </p:cNvSpPr>
          <p:nvPr/>
        </p:nvSpPr>
        <p:spPr>
          <a:xfrm>
            <a:off x="4772025" y="4552950"/>
            <a:ext cx="6858000" cy="552450"/>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sz="2025" b="0">
                <a:solidFill>
                  <a:srgbClr val="202925"/>
                </a:solidFill>
                <a:latin typeface="Arial"/>
                <a:ea typeface="Arial"/>
                <a:cs typeface="Arial"/>
              </a:rPr>
              <a:t>Choose tree parameters using F1 or MAE</a:t>
            </a:r>
          </a:p>
        </p:txBody>
      </p:sp>
      <p:sp>
        <p:nvSpPr>
          <p:cNvPr id="21" name="background-19">
            <a:extLst>
              <a:ext uri="{FF2B5EF4-FFF2-40B4-BE49-F238E27FC236}">
                <a16:creationId xmlns:a16="http://schemas.microsoft.com/office/drawing/2014/main" id="{97E7D357-3A94-432F-9875-2CD28DB70CB4}"/>
              </a:ext>
            </a:extLst>
          </p:cNvPr>
          <p:cNvSpPr>
            <a:spLocks noGrp="1"/>
          </p:cNvSpPr>
          <p:nvPr/>
        </p:nvSpPr>
        <p:spPr>
          <a:xfrm>
            <a:off x="552450" y="5124450"/>
            <a:ext cx="11087100" cy="9525"/>
          </a:xfrm>
          <a:prstGeom prst="rect">
            <a:avLst/>
          </a:prstGeom>
          <a:solidFill>
            <a:srgbClr val="D4D9CE"/>
          </a:solidFill>
          <a:ln w="0">
            <a:noFill/>
          </a:ln>
        </p:spPr>
      </p:sp>
      <p:sp>
        <p:nvSpPr>
          <p:cNvPr id="22" name="reveal-20">
            <a:extLst>
              <a:ext uri="{FF2B5EF4-FFF2-40B4-BE49-F238E27FC236}">
                <a16:creationId xmlns:a16="http://schemas.microsoft.com/office/drawing/2014/main" id="{DE8AA2A9-0806-4029-824C-1BBDF6E51D5F}"/>
              </a:ext>
            </a:extLst>
          </p:cNvPr>
          <p:cNvSpPr>
            <a:spLocks noGrp="1"/>
          </p:cNvSpPr>
          <p:nvPr/>
        </p:nvSpPr>
        <p:spPr>
          <a:xfrm>
            <a:off x="552450" y="5219700"/>
            <a:ext cx="3810000" cy="495300"/>
          </a:xfrm>
          <a:prstGeom prst="rect">
            <a:avLst/>
          </a:prstGeom>
          <a:noFill/>
          <a:ln w="0">
            <a:noFill/>
          </a:ln>
        </p:spPr>
        <p:txBody>
          <a:bodyPr wrap="square" lIns="0" tIns="0" rIns="0" bIns="0" anchor="t">
            <a:noAutofit/>
          </a:bodyPr>
          <a:lstStyle>
            <a:defPPr>
              <a:defRPr sz="2175" b="1">
                <a:solidFill>
                  <a:srgbClr val="202925"/>
                </a:solidFill>
                <a:latin typeface="Arial"/>
                <a:ea typeface="Arial"/>
                <a:cs typeface="Arial"/>
              </a:defRPr>
            </a:defPPr>
            <a:lvl1pPr>
              <a:defRPr sz="2175" b="1">
                <a:solidFill>
                  <a:srgbClr val="202925"/>
                </a:solidFill>
                <a:latin typeface="Arial"/>
                <a:ea typeface="Arial"/>
                <a:cs typeface="Arial"/>
              </a:defRPr>
            </a:lvl1pPr>
            <a:lvl2pPr>
              <a:defRPr sz="2175" b="1">
                <a:solidFill>
                  <a:srgbClr val="202925"/>
                </a:solidFill>
                <a:latin typeface="Arial"/>
                <a:ea typeface="Arial"/>
                <a:cs typeface="Arial"/>
              </a:defRPr>
            </a:lvl2pPr>
            <a:lvl3pPr>
              <a:defRPr sz="2175" b="1">
                <a:solidFill>
                  <a:srgbClr val="202925"/>
                </a:solidFill>
                <a:latin typeface="Arial"/>
                <a:ea typeface="Arial"/>
                <a:cs typeface="Arial"/>
              </a:defRPr>
            </a:lvl3pPr>
            <a:lvl4pPr>
              <a:defRPr sz="2175" b="1">
                <a:solidFill>
                  <a:srgbClr val="202925"/>
                </a:solidFill>
                <a:latin typeface="Arial"/>
                <a:ea typeface="Arial"/>
                <a:cs typeface="Arial"/>
              </a:defRPr>
            </a:lvl4pPr>
            <a:lvl5pPr>
              <a:defRPr sz="2175" b="1">
                <a:solidFill>
                  <a:srgbClr val="202925"/>
                </a:solidFill>
                <a:latin typeface="Arial"/>
                <a:ea typeface="Arial"/>
                <a:cs typeface="Arial"/>
              </a:defRPr>
            </a:lvl5pPr>
            <a:lvl6pPr>
              <a:defRPr sz="2175" b="1">
                <a:solidFill>
                  <a:srgbClr val="202925"/>
                </a:solidFill>
                <a:latin typeface="Arial"/>
                <a:ea typeface="Arial"/>
                <a:cs typeface="Arial"/>
              </a:defRPr>
            </a:lvl6pPr>
            <a:lvl7pPr>
              <a:defRPr sz="2175" b="1">
                <a:solidFill>
                  <a:srgbClr val="202925"/>
                </a:solidFill>
                <a:latin typeface="Arial"/>
                <a:ea typeface="Arial"/>
                <a:cs typeface="Arial"/>
              </a:defRPr>
            </a:lvl7pPr>
            <a:lvl8pPr>
              <a:defRPr sz="2175" b="1">
                <a:solidFill>
                  <a:srgbClr val="202925"/>
                </a:solidFill>
                <a:latin typeface="Arial"/>
                <a:ea typeface="Arial"/>
                <a:cs typeface="Arial"/>
              </a:defRPr>
            </a:lvl8pPr>
            <a:lvl9pPr>
              <a:defRPr sz="2175" b="1">
                <a:solidFill>
                  <a:srgbClr val="202925"/>
                </a:solidFill>
                <a:latin typeface="Arial"/>
                <a:ea typeface="Arial"/>
                <a:cs typeface="Arial"/>
              </a:defRPr>
            </a:lvl9pPr>
          </a:lstStyle>
          <a:p>
            <a:pPr>
              <a:defRPr sz="2175" b="1">
                <a:solidFill>
                  <a:srgbClr val="202925"/>
                </a:solidFill>
                <a:latin typeface="Arial"/>
                <a:ea typeface="Arial"/>
                <a:cs typeface="Arial"/>
              </a:defRPr>
            </a:pPr>
            <a:r>
              <a:rPr sz="2175" b="1">
                <a:solidFill>
                  <a:srgbClr val="202925"/>
                </a:solidFill>
                <a:latin typeface="Arial"/>
                <a:ea typeface="Arial"/>
                <a:cs typeface="Arial"/>
              </a:rPr>
              <a:t>900 test rows</a:t>
            </a:r>
          </a:p>
        </p:txBody>
      </p:sp>
      <p:sp>
        <p:nvSpPr>
          <p:cNvPr id="23" name="reveal-21">
            <a:extLst>
              <a:ext uri="{FF2B5EF4-FFF2-40B4-BE49-F238E27FC236}">
                <a16:creationId xmlns:a16="http://schemas.microsoft.com/office/drawing/2014/main" id="{B71B339A-8D4F-434D-8579-FD954D966C62}"/>
              </a:ext>
            </a:extLst>
          </p:cNvPr>
          <p:cNvSpPr>
            <a:spLocks noGrp="1"/>
          </p:cNvSpPr>
          <p:nvPr/>
        </p:nvSpPr>
        <p:spPr>
          <a:xfrm>
            <a:off x="4772025" y="5238750"/>
            <a:ext cx="6858000" cy="552450"/>
          </a:xfrm>
          <a:prstGeom prst="rect">
            <a:avLst/>
          </a:prstGeom>
          <a:noFill/>
          <a:ln w="0">
            <a:noFill/>
          </a:ln>
        </p:spPr>
        <p:txBody>
          <a:bodyPr wrap="square" lIns="0" tIns="0" rIns="0" bIns="0" anchor="t">
            <a:noAutofit/>
          </a:bodyPr>
          <a:lstStyle>
            <a:defPPr>
              <a:defRPr sz="2025" b="0">
                <a:solidFill>
                  <a:srgbClr val="202925"/>
                </a:solidFill>
                <a:latin typeface="Arial"/>
                <a:ea typeface="Arial"/>
                <a:cs typeface="Arial"/>
              </a:defRPr>
            </a:defPPr>
            <a:lvl1pPr>
              <a:defRPr sz="2025" b="0">
                <a:solidFill>
                  <a:srgbClr val="202925"/>
                </a:solidFill>
                <a:latin typeface="Arial"/>
                <a:ea typeface="Arial"/>
                <a:cs typeface="Arial"/>
              </a:defRPr>
            </a:lvl1pPr>
            <a:lvl2pPr>
              <a:defRPr sz="2025" b="0">
                <a:solidFill>
                  <a:srgbClr val="202925"/>
                </a:solidFill>
                <a:latin typeface="Arial"/>
                <a:ea typeface="Arial"/>
                <a:cs typeface="Arial"/>
              </a:defRPr>
            </a:lvl2pPr>
            <a:lvl3pPr>
              <a:defRPr sz="2025" b="0">
                <a:solidFill>
                  <a:srgbClr val="202925"/>
                </a:solidFill>
                <a:latin typeface="Arial"/>
                <a:ea typeface="Arial"/>
                <a:cs typeface="Arial"/>
              </a:defRPr>
            </a:lvl3pPr>
            <a:lvl4pPr>
              <a:defRPr sz="2025" b="0">
                <a:solidFill>
                  <a:srgbClr val="202925"/>
                </a:solidFill>
                <a:latin typeface="Arial"/>
                <a:ea typeface="Arial"/>
                <a:cs typeface="Arial"/>
              </a:defRPr>
            </a:lvl4pPr>
            <a:lvl5pPr>
              <a:defRPr sz="2025" b="0">
                <a:solidFill>
                  <a:srgbClr val="202925"/>
                </a:solidFill>
                <a:latin typeface="Arial"/>
                <a:ea typeface="Arial"/>
                <a:cs typeface="Arial"/>
              </a:defRPr>
            </a:lvl5pPr>
            <a:lvl6pPr>
              <a:defRPr sz="2025" b="0">
                <a:solidFill>
                  <a:srgbClr val="202925"/>
                </a:solidFill>
                <a:latin typeface="Arial"/>
                <a:ea typeface="Arial"/>
                <a:cs typeface="Arial"/>
              </a:defRPr>
            </a:lvl6pPr>
            <a:lvl7pPr>
              <a:defRPr sz="2025" b="0">
                <a:solidFill>
                  <a:srgbClr val="202925"/>
                </a:solidFill>
                <a:latin typeface="Arial"/>
                <a:ea typeface="Arial"/>
                <a:cs typeface="Arial"/>
              </a:defRPr>
            </a:lvl7pPr>
            <a:lvl8pPr>
              <a:defRPr sz="2025" b="0">
                <a:solidFill>
                  <a:srgbClr val="202925"/>
                </a:solidFill>
                <a:latin typeface="Arial"/>
                <a:ea typeface="Arial"/>
                <a:cs typeface="Arial"/>
              </a:defRPr>
            </a:lvl8pPr>
            <a:lvl9pPr>
              <a:defRPr sz="2025" b="0">
                <a:solidFill>
                  <a:srgbClr val="202925"/>
                </a:solidFill>
                <a:latin typeface="Arial"/>
                <a:ea typeface="Arial"/>
                <a:cs typeface="Arial"/>
              </a:defRPr>
            </a:lvl9pPr>
          </a:lstStyle>
          <a:p>
            <a:pPr>
              <a:defRPr sz="2025" b="0">
                <a:solidFill>
                  <a:srgbClr val="202925"/>
                </a:solidFill>
                <a:latin typeface="Arial"/>
                <a:ea typeface="Arial"/>
                <a:cs typeface="Arial"/>
              </a:defRPr>
            </a:pPr>
            <a:r>
              <a:rPr sz="2025" b="0">
                <a:solidFill>
                  <a:srgbClr val="202925"/>
                </a:solidFill>
                <a:latin typeface="Arial"/>
                <a:ea typeface="Arial"/>
                <a:cs typeface="Arial"/>
              </a:rPr>
              <a:t>Final evaluation after choices are fixed</a:t>
            </a:r>
          </a:p>
        </p:txBody>
      </p:sp>
    </p:spTree>
    <p:extLst>
      <p:ext uri="{BB962C8B-B14F-4D97-AF65-F5344CB8AC3E}">
        <p14:creationId xmlns:p14="http://schemas.microsoft.com/office/powerpoint/2010/main" val="1918785906"/>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30"/>
                                        <p:tgtEl>
                                          <p:spTgt spid="13"/>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30"/>
                                        <p:tgtEl>
                                          <p:spTgt spid="14"/>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30"/>
                                        <p:tgtEl>
                                          <p:spTgt spid="16"/>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30"/>
                                        <p:tgtEl>
                                          <p:spTgt spid="17"/>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30"/>
                                        <p:tgtEl>
                                          <p:spTgt spid="19"/>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30"/>
                                        <p:tgtEl>
                                          <p:spTgt spid="20"/>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130"/>
                                        <p:tgtEl>
                                          <p:spTgt spid="22"/>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3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3" grpId="0"/>
      <p:bldP spid="14" grpId="0"/>
      <p:bldP spid="16" grpId="0"/>
      <p:bldP spid="17" grpId="0"/>
      <p:bldP spid="19" grpId="0"/>
      <p:bldP spid="20" grpId="0"/>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307B11C7-4687-4EF6-8A1A-7FF58B3FAD3C}"/>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3EB428EB-C74C-4BDC-A18B-8632F749C81D}"/>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TEAM EXPLANATION AND VIVA</a:t>
            </a:r>
          </a:p>
        </p:txBody>
      </p:sp>
      <p:sp>
        <p:nvSpPr>
          <p:cNvPr id="4" name="footer-3-2">
            <a:extLst>
              <a:ext uri="{FF2B5EF4-FFF2-40B4-BE49-F238E27FC236}">
                <a16:creationId xmlns:a16="http://schemas.microsoft.com/office/drawing/2014/main" id="{08D86130-56A1-43FE-AE04-551FF0F17DEB}"/>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05 / 12</a:t>
            </a:r>
          </a:p>
        </p:txBody>
      </p:sp>
      <p:sp>
        <p:nvSpPr>
          <p:cNvPr id="5" name="title-1-3">
            <a:extLst>
              <a:ext uri="{FF2B5EF4-FFF2-40B4-BE49-F238E27FC236}">
                <a16:creationId xmlns:a16="http://schemas.microsoft.com/office/drawing/2014/main" id="{0FFDDE14-8FE1-452A-A1B6-04AB7D7142D9}"/>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How our Random Forest combines trees</a:t>
            </a:r>
          </a:p>
        </p:txBody>
      </p:sp>
      <p:sp>
        <p:nvSpPr>
          <p:cNvPr id="6" name="background-4">
            <a:extLst>
              <a:ext uri="{FF2B5EF4-FFF2-40B4-BE49-F238E27FC236}">
                <a16:creationId xmlns:a16="http://schemas.microsoft.com/office/drawing/2014/main" id="{6BD11BC0-9501-4C3E-801C-2FE5C989F705}"/>
              </a:ext>
            </a:extLst>
          </p:cNvPr>
          <p:cNvSpPr>
            <a:spLocks noGrp="1"/>
          </p:cNvSpPr>
          <p:nvPr/>
        </p:nvSpPr>
        <p:spPr>
          <a:xfrm>
            <a:off x="552450" y="6257925"/>
            <a:ext cx="9906000" cy="9525"/>
          </a:xfrm>
          <a:prstGeom prst="rect">
            <a:avLst/>
          </a:prstGeom>
          <a:solidFill>
            <a:srgbClr val="435046"/>
          </a:solidFill>
          <a:ln w="0">
            <a:noFill/>
          </a:ln>
        </p:spPr>
      </p:sp>
      <p:sp>
        <p:nvSpPr>
          <p:cNvPr id="7" name="reveal-5">
            <a:extLst>
              <a:ext uri="{FF2B5EF4-FFF2-40B4-BE49-F238E27FC236}">
                <a16:creationId xmlns:a16="http://schemas.microsoft.com/office/drawing/2014/main" id="{4692475C-30E7-4A68-A96D-766CA0F9E4DC}"/>
              </a:ext>
            </a:extLst>
          </p:cNvPr>
          <p:cNvSpPr>
            <a:spLocks noGrp="1"/>
          </p:cNvSpPr>
          <p:nvPr/>
        </p:nvSpPr>
        <p:spPr>
          <a:xfrm>
            <a:off x="552450" y="2076450"/>
            <a:ext cx="6667500" cy="400050"/>
          </a:xfrm>
          <a:prstGeom prst="rect">
            <a:avLst/>
          </a:prstGeom>
          <a:noFill/>
          <a:ln w="0">
            <a:noFill/>
          </a:ln>
        </p:spPr>
        <p:txBody>
          <a:bodyPr wrap="square" lIns="0" tIns="0" rIns="0" bIns="0" anchor="t">
            <a:noAutofit/>
          </a:bodyPr>
          <a:lstStyle>
            <a:defPPr>
              <a:defRPr sz="1800" b="1">
                <a:solidFill>
                  <a:srgbClr val="D5AF83"/>
                </a:solidFill>
                <a:latin typeface="Arial"/>
                <a:ea typeface="Arial"/>
                <a:cs typeface="Arial"/>
              </a:defRPr>
            </a:defPPr>
            <a:lvl1pPr>
              <a:defRPr sz="1800" b="1">
                <a:solidFill>
                  <a:srgbClr val="D5AF83"/>
                </a:solidFill>
                <a:latin typeface="Arial"/>
                <a:ea typeface="Arial"/>
                <a:cs typeface="Arial"/>
              </a:defRPr>
            </a:lvl1pPr>
            <a:lvl2pPr>
              <a:defRPr sz="1800" b="1">
                <a:solidFill>
                  <a:srgbClr val="D5AF83"/>
                </a:solidFill>
                <a:latin typeface="Arial"/>
                <a:ea typeface="Arial"/>
                <a:cs typeface="Arial"/>
              </a:defRPr>
            </a:lvl2pPr>
            <a:lvl3pPr>
              <a:defRPr sz="1800" b="1">
                <a:solidFill>
                  <a:srgbClr val="D5AF83"/>
                </a:solidFill>
                <a:latin typeface="Arial"/>
                <a:ea typeface="Arial"/>
                <a:cs typeface="Arial"/>
              </a:defRPr>
            </a:lvl3pPr>
            <a:lvl4pPr>
              <a:defRPr sz="1800" b="1">
                <a:solidFill>
                  <a:srgbClr val="D5AF83"/>
                </a:solidFill>
                <a:latin typeface="Arial"/>
                <a:ea typeface="Arial"/>
                <a:cs typeface="Arial"/>
              </a:defRPr>
            </a:lvl4pPr>
            <a:lvl5pPr>
              <a:defRPr sz="1800" b="1">
                <a:solidFill>
                  <a:srgbClr val="D5AF83"/>
                </a:solidFill>
                <a:latin typeface="Arial"/>
                <a:ea typeface="Arial"/>
                <a:cs typeface="Arial"/>
              </a:defRPr>
            </a:lvl5pPr>
            <a:lvl6pPr>
              <a:defRPr sz="1800" b="1">
                <a:solidFill>
                  <a:srgbClr val="D5AF83"/>
                </a:solidFill>
                <a:latin typeface="Arial"/>
                <a:ea typeface="Arial"/>
                <a:cs typeface="Arial"/>
              </a:defRPr>
            </a:lvl6pPr>
            <a:lvl7pPr>
              <a:defRPr sz="1800" b="1">
                <a:solidFill>
                  <a:srgbClr val="D5AF83"/>
                </a:solidFill>
                <a:latin typeface="Arial"/>
                <a:ea typeface="Arial"/>
                <a:cs typeface="Arial"/>
              </a:defRPr>
            </a:lvl7pPr>
            <a:lvl8pPr>
              <a:defRPr sz="1800" b="1">
                <a:solidFill>
                  <a:srgbClr val="D5AF83"/>
                </a:solidFill>
                <a:latin typeface="Arial"/>
                <a:ea typeface="Arial"/>
                <a:cs typeface="Arial"/>
              </a:defRPr>
            </a:lvl8pPr>
            <a:lvl9pPr>
              <a:defRPr sz="1800" b="1">
                <a:solidFill>
                  <a:srgbClr val="D5AF83"/>
                </a:solidFill>
                <a:latin typeface="Arial"/>
                <a:ea typeface="Arial"/>
                <a:cs typeface="Arial"/>
              </a:defRPr>
            </a:lvl9pPr>
          </a:lstStyle>
          <a:p>
            <a:pPr>
              <a:defRPr sz="1800" b="1">
                <a:solidFill>
                  <a:srgbClr val="D5AF83"/>
                </a:solidFill>
                <a:latin typeface="Arial"/>
                <a:ea typeface="Arial"/>
                <a:cs typeface="Arial"/>
              </a:defRPr>
            </a:pPr>
            <a:r>
              <a:rPr sz="1800" b="1">
                <a:solidFill>
                  <a:srgbClr val="D5AF83"/>
                </a:solidFill>
                <a:latin typeface="Arial"/>
                <a:ea typeface="Arial"/>
                <a:cs typeface="Arial"/>
              </a:rPr>
              <a:t>Clear-scenario regressor</a:t>
            </a:r>
          </a:p>
        </p:txBody>
      </p:sp>
      <p:sp>
        <p:nvSpPr>
          <p:cNvPr id="8" name="reveal-6">
            <a:extLst>
              <a:ext uri="{FF2B5EF4-FFF2-40B4-BE49-F238E27FC236}">
                <a16:creationId xmlns:a16="http://schemas.microsoft.com/office/drawing/2014/main" id="{9D1D0C68-20F9-455D-B68F-9420464BEEC2}"/>
              </a:ext>
            </a:extLst>
          </p:cNvPr>
          <p:cNvSpPr>
            <a:spLocks noGrp="1"/>
          </p:cNvSpPr>
          <p:nvPr/>
        </p:nvSpPr>
        <p:spPr>
          <a:xfrm>
            <a:off x="7953375" y="2076450"/>
            <a:ext cx="3714750" cy="400050"/>
          </a:xfrm>
          <a:prstGeom prst="rect">
            <a:avLst/>
          </a:prstGeom>
          <a:noFill/>
          <a:ln w="0">
            <a:noFill/>
          </a:ln>
        </p:spPr>
        <p:txBody>
          <a:bodyPr wrap="square" lIns="0" tIns="0" rIns="0" bIns="0" anchor="t">
            <a:noAutofit/>
          </a:bodyPr>
          <a:lstStyle>
            <a:defPPr>
              <a:defRPr sz="1800" b="1">
                <a:solidFill>
                  <a:srgbClr val="D5AF83"/>
                </a:solidFill>
                <a:latin typeface="Arial"/>
                <a:ea typeface="Arial"/>
                <a:cs typeface="Arial"/>
              </a:defRPr>
            </a:defPPr>
            <a:lvl1pPr>
              <a:defRPr sz="1800" b="1">
                <a:solidFill>
                  <a:srgbClr val="D5AF83"/>
                </a:solidFill>
                <a:latin typeface="Arial"/>
                <a:ea typeface="Arial"/>
                <a:cs typeface="Arial"/>
              </a:defRPr>
            </a:lvl1pPr>
            <a:lvl2pPr>
              <a:defRPr sz="1800" b="1">
                <a:solidFill>
                  <a:srgbClr val="D5AF83"/>
                </a:solidFill>
                <a:latin typeface="Arial"/>
                <a:ea typeface="Arial"/>
                <a:cs typeface="Arial"/>
              </a:defRPr>
            </a:lvl2pPr>
            <a:lvl3pPr>
              <a:defRPr sz="1800" b="1">
                <a:solidFill>
                  <a:srgbClr val="D5AF83"/>
                </a:solidFill>
                <a:latin typeface="Arial"/>
                <a:ea typeface="Arial"/>
                <a:cs typeface="Arial"/>
              </a:defRPr>
            </a:lvl3pPr>
            <a:lvl4pPr>
              <a:defRPr sz="1800" b="1">
                <a:solidFill>
                  <a:srgbClr val="D5AF83"/>
                </a:solidFill>
                <a:latin typeface="Arial"/>
                <a:ea typeface="Arial"/>
                <a:cs typeface="Arial"/>
              </a:defRPr>
            </a:lvl4pPr>
            <a:lvl5pPr>
              <a:defRPr sz="1800" b="1">
                <a:solidFill>
                  <a:srgbClr val="D5AF83"/>
                </a:solidFill>
                <a:latin typeface="Arial"/>
                <a:ea typeface="Arial"/>
                <a:cs typeface="Arial"/>
              </a:defRPr>
            </a:lvl5pPr>
            <a:lvl6pPr>
              <a:defRPr sz="1800" b="1">
                <a:solidFill>
                  <a:srgbClr val="D5AF83"/>
                </a:solidFill>
                <a:latin typeface="Arial"/>
                <a:ea typeface="Arial"/>
                <a:cs typeface="Arial"/>
              </a:defRPr>
            </a:lvl6pPr>
            <a:lvl7pPr>
              <a:defRPr sz="1800" b="1">
                <a:solidFill>
                  <a:srgbClr val="D5AF83"/>
                </a:solidFill>
                <a:latin typeface="Arial"/>
                <a:ea typeface="Arial"/>
                <a:cs typeface="Arial"/>
              </a:defRPr>
            </a:lvl7pPr>
            <a:lvl8pPr>
              <a:defRPr sz="1800" b="1">
                <a:solidFill>
                  <a:srgbClr val="D5AF83"/>
                </a:solidFill>
                <a:latin typeface="Arial"/>
                <a:ea typeface="Arial"/>
                <a:cs typeface="Arial"/>
              </a:defRPr>
            </a:lvl8pPr>
            <a:lvl9pPr>
              <a:defRPr sz="1800" b="1">
                <a:solidFill>
                  <a:srgbClr val="D5AF83"/>
                </a:solidFill>
                <a:latin typeface="Arial"/>
                <a:ea typeface="Arial"/>
                <a:cs typeface="Arial"/>
              </a:defRPr>
            </a:lvl9pPr>
          </a:lstStyle>
          <a:p>
            <a:pPr>
              <a:defRPr sz="1800" b="1">
                <a:solidFill>
                  <a:srgbClr val="D5AF83"/>
                </a:solidFill>
                <a:latin typeface="Arial"/>
                <a:ea typeface="Arial"/>
                <a:cs typeface="Arial"/>
              </a:defRPr>
            </a:pPr>
            <a:r>
              <a:rPr sz="1800" b="1">
                <a:solidFill>
                  <a:srgbClr val="D5AF83"/>
                </a:solidFill>
                <a:latin typeface="Arial"/>
                <a:ea typeface="Arial"/>
                <a:cs typeface="Arial"/>
              </a:rPr>
              <a:t>Delay estimate</a:t>
            </a:r>
          </a:p>
        </p:txBody>
      </p:sp>
      <p:sp>
        <p:nvSpPr>
          <p:cNvPr id="9" name="reveal-7">
            <a:extLst>
              <a:ext uri="{FF2B5EF4-FFF2-40B4-BE49-F238E27FC236}">
                <a16:creationId xmlns:a16="http://schemas.microsoft.com/office/drawing/2014/main" id="{85A19E7A-8C74-44A9-8F2C-0624BA4A4F06}"/>
              </a:ext>
            </a:extLst>
          </p:cNvPr>
          <p:cNvSpPr>
            <a:spLocks noGrp="1"/>
          </p:cNvSpPr>
          <p:nvPr/>
        </p:nvSpPr>
        <p:spPr>
          <a:xfrm>
            <a:off x="552450" y="2724150"/>
            <a:ext cx="4286250" cy="533400"/>
          </a:xfrm>
          <a:prstGeom prst="rect">
            <a:avLst/>
          </a:prstGeom>
          <a:noFill/>
          <a:ln w="0">
            <a:noFill/>
          </a:ln>
        </p:spPr>
        <p:txBody>
          <a:bodyPr wrap="square" lIns="0" tIns="0" rIns="0" bIns="0" anchor="t">
            <a:noAutofit/>
          </a:bodyPr>
          <a:lstStyle>
            <a:defPPr>
              <a:defRPr sz="2400" b="1">
                <a:solidFill>
                  <a:srgbClr val="F4F1E9"/>
                </a:solidFill>
                <a:latin typeface="Arial"/>
                <a:ea typeface="Arial"/>
                <a:cs typeface="Arial"/>
              </a:defRPr>
            </a:defPPr>
            <a:lvl1pPr>
              <a:defRPr sz="2400" b="1">
                <a:solidFill>
                  <a:srgbClr val="F4F1E9"/>
                </a:solidFill>
                <a:latin typeface="Arial"/>
                <a:ea typeface="Arial"/>
                <a:cs typeface="Arial"/>
              </a:defRPr>
            </a:lvl1pPr>
            <a:lvl2pPr>
              <a:defRPr sz="2400" b="1">
                <a:solidFill>
                  <a:srgbClr val="F4F1E9"/>
                </a:solidFill>
                <a:latin typeface="Arial"/>
                <a:ea typeface="Arial"/>
                <a:cs typeface="Arial"/>
              </a:defRPr>
            </a:lvl2pPr>
            <a:lvl3pPr>
              <a:defRPr sz="2400" b="1">
                <a:solidFill>
                  <a:srgbClr val="F4F1E9"/>
                </a:solidFill>
                <a:latin typeface="Arial"/>
                <a:ea typeface="Arial"/>
                <a:cs typeface="Arial"/>
              </a:defRPr>
            </a:lvl3pPr>
            <a:lvl4pPr>
              <a:defRPr sz="2400" b="1">
                <a:solidFill>
                  <a:srgbClr val="F4F1E9"/>
                </a:solidFill>
                <a:latin typeface="Arial"/>
                <a:ea typeface="Arial"/>
                <a:cs typeface="Arial"/>
              </a:defRPr>
            </a:lvl4pPr>
            <a:lvl5pPr>
              <a:defRPr sz="2400" b="1">
                <a:solidFill>
                  <a:srgbClr val="F4F1E9"/>
                </a:solidFill>
                <a:latin typeface="Arial"/>
                <a:ea typeface="Arial"/>
                <a:cs typeface="Arial"/>
              </a:defRPr>
            </a:lvl5pPr>
            <a:lvl6pPr>
              <a:defRPr sz="2400" b="1">
                <a:solidFill>
                  <a:srgbClr val="F4F1E9"/>
                </a:solidFill>
                <a:latin typeface="Arial"/>
                <a:ea typeface="Arial"/>
                <a:cs typeface="Arial"/>
              </a:defRPr>
            </a:lvl6pPr>
            <a:lvl7pPr>
              <a:defRPr sz="2400" b="1">
                <a:solidFill>
                  <a:srgbClr val="F4F1E9"/>
                </a:solidFill>
                <a:latin typeface="Arial"/>
                <a:ea typeface="Arial"/>
                <a:cs typeface="Arial"/>
              </a:defRPr>
            </a:lvl7pPr>
            <a:lvl8pPr>
              <a:defRPr sz="2400" b="1">
                <a:solidFill>
                  <a:srgbClr val="F4F1E9"/>
                </a:solidFill>
                <a:latin typeface="Arial"/>
                <a:ea typeface="Arial"/>
                <a:cs typeface="Arial"/>
              </a:defRPr>
            </a:lvl8pPr>
            <a:lvl9pPr>
              <a:defRPr sz="2400" b="1">
                <a:solidFill>
                  <a:srgbClr val="F4F1E9"/>
                </a:solidFill>
                <a:latin typeface="Arial"/>
                <a:ea typeface="Arial"/>
                <a:cs typeface="Arial"/>
              </a:defRPr>
            </a:lvl9pPr>
          </a:lstStyle>
          <a:p>
            <a:pPr>
              <a:defRPr sz="2400" b="1">
                <a:solidFill>
                  <a:srgbClr val="F4F1E9"/>
                </a:solidFill>
                <a:latin typeface="Arial"/>
                <a:ea typeface="Arial"/>
                <a:cs typeface="Arial"/>
              </a:defRPr>
            </a:pPr>
            <a:r>
              <a:rPr sz="2400" b="1">
                <a:solidFill>
                  <a:srgbClr val="F4F1E9"/>
                </a:solidFill>
                <a:latin typeface="Arial"/>
                <a:ea typeface="Arial"/>
                <a:cs typeface="Arial"/>
              </a:rPr>
              <a:t>Tree 1 of 200</a:t>
            </a:r>
          </a:p>
        </p:txBody>
      </p:sp>
      <p:sp>
        <p:nvSpPr>
          <p:cNvPr id="10" name="reveal-8">
            <a:extLst>
              <a:ext uri="{FF2B5EF4-FFF2-40B4-BE49-F238E27FC236}">
                <a16:creationId xmlns:a16="http://schemas.microsoft.com/office/drawing/2014/main" id="{3E4A23D2-3384-414B-AB87-5CB253695D04}"/>
              </a:ext>
            </a:extLst>
          </p:cNvPr>
          <p:cNvSpPr>
            <a:spLocks noGrp="1"/>
          </p:cNvSpPr>
          <p:nvPr/>
        </p:nvSpPr>
        <p:spPr>
          <a:xfrm>
            <a:off x="7953375" y="2676525"/>
            <a:ext cx="3714750" cy="676275"/>
          </a:xfrm>
          <a:prstGeom prst="rect">
            <a:avLst/>
          </a:prstGeom>
          <a:noFill/>
          <a:ln w="0">
            <a:noFill/>
          </a:ln>
        </p:spPr>
        <p:txBody>
          <a:bodyPr wrap="square" lIns="0" tIns="0" rIns="0" bIns="0" anchor="t">
            <a:noAutofit/>
          </a:bodyPr>
          <a:lstStyle>
            <a:defPPr>
              <a:defRPr sz="3825" b="1">
                <a:solidFill>
                  <a:srgbClr val="D5AF83"/>
                </a:solidFill>
                <a:latin typeface="Arial"/>
                <a:ea typeface="Arial"/>
                <a:cs typeface="Arial"/>
              </a:defRPr>
            </a:defPPr>
            <a:lvl1pPr>
              <a:defRPr sz="3825" b="1">
                <a:solidFill>
                  <a:srgbClr val="D5AF83"/>
                </a:solidFill>
                <a:latin typeface="Arial"/>
                <a:ea typeface="Arial"/>
                <a:cs typeface="Arial"/>
              </a:defRPr>
            </a:lvl1pPr>
            <a:lvl2pPr>
              <a:defRPr sz="3825" b="1">
                <a:solidFill>
                  <a:srgbClr val="D5AF83"/>
                </a:solidFill>
                <a:latin typeface="Arial"/>
                <a:ea typeface="Arial"/>
                <a:cs typeface="Arial"/>
              </a:defRPr>
            </a:lvl2pPr>
            <a:lvl3pPr>
              <a:defRPr sz="3825" b="1">
                <a:solidFill>
                  <a:srgbClr val="D5AF83"/>
                </a:solidFill>
                <a:latin typeface="Arial"/>
                <a:ea typeface="Arial"/>
                <a:cs typeface="Arial"/>
              </a:defRPr>
            </a:lvl3pPr>
            <a:lvl4pPr>
              <a:defRPr sz="3825" b="1">
                <a:solidFill>
                  <a:srgbClr val="D5AF83"/>
                </a:solidFill>
                <a:latin typeface="Arial"/>
                <a:ea typeface="Arial"/>
                <a:cs typeface="Arial"/>
              </a:defRPr>
            </a:lvl4pPr>
            <a:lvl5pPr>
              <a:defRPr sz="3825" b="1">
                <a:solidFill>
                  <a:srgbClr val="D5AF83"/>
                </a:solidFill>
                <a:latin typeface="Arial"/>
                <a:ea typeface="Arial"/>
                <a:cs typeface="Arial"/>
              </a:defRPr>
            </a:lvl5pPr>
            <a:lvl6pPr>
              <a:defRPr sz="3825" b="1">
                <a:solidFill>
                  <a:srgbClr val="D5AF83"/>
                </a:solidFill>
                <a:latin typeface="Arial"/>
                <a:ea typeface="Arial"/>
                <a:cs typeface="Arial"/>
              </a:defRPr>
            </a:lvl6pPr>
            <a:lvl7pPr>
              <a:defRPr sz="3825" b="1">
                <a:solidFill>
                  <a:srgbClr val="D5AF83"/>
                </a:solidFill>
                <a:latin typeface="Arial"/>
                <a:ea typeface="Arial"/>
                <a:cs typeface="Arial"/>
              </a:defRPr>
            </a:lvl7pPr>
            <a:lvl8pPr>
              <a:defRPr sz="3825" b="1">
                <a:solidFill>
                  <a:srgbClr val="D5AF83"/>
                </a:solidFill>
                <a:latin typeface="Arial"/>
                <a:ea typeface="Arial"/>
                <a:cs typeface="Arial"/>
              </a:defRPr>
            </a:lvl8pPr>
            <a:lvl9pPr>
              <a:defRPr sz="3825" b="1">
                <a:solidFill>
                  <a:srgbClr val="D5AF83"/>
                </a:solidFill>
                <a:latin typeface="Arial"/>
                <a:ea typeface="Arial"/>
                <a:cs typeface="Arial"/>
              </a:defRPr>
            </a:lvl9pPr>
          </a:lstStyle>
          <a:p>
            <a:pPr>
              <a:defRPr sz="3825" b="1">
                <a:solidFill>
                  <a:srgbClr val="D5AF83"/>
                </a:solidFill>
                <a:latin typeface="Arial"/>
                <a:ea typeface="Arial"/>
                <a:cs typeface="Arial"/>
              </a:defRPr>
            </a:pPr>
            <a:r>
              <a:rPr sz="3825" b="1">
                <a:solidFill>
                  <a:srgbClr val="D5AF83"/>
                </a:solidFill>
                <a:latin typeface="Arial"/>
                <a:ea typeface="Arial"/>
                <a:cs typeface="Arial"/>
              </a:rPr>
              <a:t>5.41 min</a:t>
            </a:r>
          </a:p>
        </p:txBody>
      </p:sp>
      <p:sp>
        <p:nvSpPr>
          <p:cNvPr id="11" name="background-9">
            <a:extLst>
              <a:ext uri="{FF2B5EF4-FFF2-40B4-BE49-F238E27FC236}">
                <a16:creationId xmlns:a16="http://schemas.microsoft.com/office/drawing/2014/main" id="{F0B42AE8-08FE-421D-8796-016BB86C845D}"/>
              </a:ext>
            </a:extLst>
          </p:cNvPr>
          <p:cNvSpPr>
            <a:spLocks noGrp="1"/>
          </p:cNvSpPr>
          <p:nvPr/>
        </p:nvSpPr>
        <p:spPr>
          <a:xfrm>
            <a:off x="552450" y="3343275"/>
            <a:ext cx="11087100" cy="9525"/>
          </a:xfrm>
          <a:prstGeom prst="rect">
            <a:avLst/>
          </a:prstGeom>
          <a:solidFill>
            <a:srgbClr val="435046"/>
          </a:solidFill>
          <a:ln w="0">
            <a:noFill/>
          </a:ln>
        </p:spPr>
      </p:sp>
      <p:sp>
        <p:nvSpPr>
          <p:cNvPr id="12" name="reveal-10">
            <a:extLst>
              <a:ext uri="{FF2B5EF4-FFF2-40B4-BE49-F238E27FC236}">
                <a16:creationId xmlns:a16="http://schemas.microsoft.com/office/drawing/2014/main" id="{C778728F-FFB6-48F6-9ACE-24147B5F5394}"/>
              </a:ext>
            </a:extLst>
          </p:cNvPr>
          <p:cNvSpPr>
            <a:spLocks noGrp="1"/>
          </p:cNvSpPr>
          <p:nvPr/>
        </p:nvSpPr>
        <p:spPr>
          <a:xfrm>
            <a:off x="552450" y="3514725"/>
            <a:ext cx="4286250" cy="533400"/>
          </a:xfrm>
          <a:prstGeom prst="rect">
            <a:avLst/>
          </a:prstGeom>
          <a:noFill/>
          <a:ln w="0">
            <a:noFill/>
          </a:ln>
        </p:spPr>
        <p:txBody>
          <a:bodyPr wrap="square" lIns="0" tIns="0" rIns="0" bIns="0" anchor="t">
            <a:noAutofit/>
          </a:bodyPr>
          <a:lstStyle>
            <a:defPPr>
              <a:defRPr sz="2400" b="1">
                <a:solidFill>
                  <a:srgbClr val="F4F1E9"/>
                </a:solidFill>
                <a:latin typeface="Arial"/>
                <a:ea typeface="Arial"/>
                <a:cs typeface="Arial"/>
              </a:defRPr>
            </a:defPPr>
            <a:lvl1pPr>
              <a:defRPr sz="2400" b="1">
                <a:solidFill>
                  <a:srgbClr val="F4F1E9"/>
                </a:solidFill>
                <a:latin typeface="Arial"/>
                <a:ea typeface="Arial"/>
                <a:cs typeface="Arial"/>
              </a:defRPr>
            </a:lvl1pPr>
            <a:lvl2pPr>
              <a:defRPr sz="2400" b="1">
                <a:solidFill>
                  <a:srgbClr val="F4F1E9"/>
                </a:solidFill>
                <a:latin typeface="Arial"/>
                <a:ea typeface="Arial"/>
                <a:cs typeface="Arial"/>
              </a:defRPr>
            </a:lvl2pPr>
            <a:lvl3pPr>
              <a:defRPr sz="2400" b="1">
                <a:solidFill>
                  <a:srgbClr val="F4F1E9"/>
                </a:solidFill>
                <a:latin typeface="Arial"/>
                <a:ea typeface="Arial"/>
                <a:cs typeface="Arial"/>
              </a:defRPr>
            </a:lvl3pPr>
            <a:lvl4pPr>
              <a:defRPr sz="2400" b="1">
                <a:solidFill>
                  <a:srgbClr val="F4F1E9"/>
                </a:solidFill>
                <a:latin typeface="Arial"/>
                <a:ea typeface="Arial"/>
                <a:cs typeface="Arial"/>
              </a:defRPr>
            </a:lvl4pPr>
            <a:lvl5pPr>
              <a:defRPr sz="2400" b="1">
                <a:solidFill>
                  <a:srgbClr val="F4F1E9"/>
                </a:solidFill>
                <a:latin typeface="Arial"/>
                <a:ea typeface="Arial"/>
                <a:cs typeface="Arial"/>
              </a:defRPr>
            </a:lvl5pPr>
            <a:lvl6pPr>
              <a:defRPr sz="2400" b="1">
                <a:solidFill>
                  <a:srgbClr val="F4F1E9"/>
                </a:solidFill>
                <a:latin typeface="Arial"/>
                <a:ea typeface="Arial"/>
                <a:cs typeface="Arial"/>
              </a:defRPr>
            </a:lvl6pPr>
            <a:lvl7pPr>
              <a:defRPr sz="2400" b="1">
                <a:solidFill>
                  <a:srgbClr val="F4F1E9"/>
                </a:solidFill>
                <a:latin typeface="Arial"/>
                <a:ea typeface="Arial"/>
                <a:cs typeface="Arial"/>
              </a:defRPr>
            </a:lvl7pPr>
            <a:lvl8pPr>
              <a:defRPr sz="2400" b="1">
                <a:solidFill>
                  <a:srgbClr val="F4F1E9"/>
                </a:solidFill>
                <a:latin typeface="Arial"/>
                <a:ea typeface="Arial"/>
                <a:cs typeface="Arial"/>
              </a:defRPr>
            </a:lvl8pPr>
            <a:lvl9pPr>
              <a:defRPr sz="2400" b="1">
                <a:solidFill>
                  <a:srgbClr val="F4F1E9"/>
                </a:solidFill>
                <a:latin typeface="Arial"/>
                <a:ea typeface="Arial"/>
                <a:cs typeface="Arial"/>
              </a:defRPr>
            </a:lvl9pPr>
          </a:lstStyle>
          <a:p>
            <a:pPr>
              <a:defRPr sz="2400" b="1">
                <a:solidFill>
                  <a:srgbClr val="F4F1E9"/>
                </a:solidFill>
                <a:latin typeface="Arial"/>
                <a:ea typeface="Arial"/>
                <a:cs typeface="Arial"/>
              </a:defRPr>
            </a:pPr>
            <a:r>
              <a:rPr sz="2400" b="1">
                <a:solidFill>
                  <a:srgbClr val="F4F1E9"/>
                </a:solidFill>
                <a:latin typeface="Arial"/>
                <a:ea typeface="Arial"/>
                <a:cs typeface="Arial"/>
              </a:rPr>
              <a:t>Tree 2 of 200</a:t>
            </a:r>
          </a:p>
        </p:txBody>
      </p:sp>
      <p:sp>
        <p:nvSpPr>
          <p:cNvPr id="13" name="reveal-11">
            <a:extLst>
              <a:ext uri="{FF2B5EF4-FFF2-40B4-BE49-F238E27FC236}">
                <a16:creationId xmlns:a16="http://schemas.microsoft.com/office/drawing/2014/main" id="{8DBBCC7F-3D85-4BBF-9463-C13FBD360D94}"/>
              </a:ext>
            </a:extLst>
          </p:cNvPr>
          <p:cNvSpPr>
            <a:spLocks noGrp="1"/>
          </p:cNvSpPr>
          <p:nvPr/>
        </p:nvSpPr>
        <p:spPr>
          <a:xfrm>
            <a:off x="7953375" y="3467100"/>
            <a:ext cx="3714750" cy="676275"/>
          </a:xfrm>
          <a:prstGeom prst="rect">
            <a:avLst/>
          </a:prstGeom>
          <a:noFill/>
          <a:ln w="0">
            <a:noFill/>
          </a:ln>
        </p:spPr>
        <p:txBody>
          <a:bodyPr wrap="square" lIns="0" tIns="0" rIns="0" bIns="0" anchor="t">
            <a:noAutofit/>
          </a:bodyPr>
          <a:lstStyle>
            <a:defPPr>
              <a:defRPr sz="3825" b="1">
                <a:solidFill>
                  <a:srgbClr val="D5AF83"/>
                </a:solidFill>
                <a:latin typeface="Arial"/>
                <a:ea typeface="Arial"/>
                <a:cs typeface="Arial"/>
              </a:defRPr>
            </a:defPPr>
            <a:lvl1pPr>
              <a:defRPr sz="3825" b="1">
                <a:solidFill>
                  <a:srgbClr val="D5AF83"/>
                </a:solidFill>
                <a:latin typeface="Arial"/>
                <a:ea typeface="Arial"/>
                <a:cs typeface="Arial"/>
              </a:defRPr>
            </a:lvl1pPr>
            <a:lvl2pPr>
              <a:defRPr sz="3825" b="1">
                <a:solidFill>
                  <a:srgbClr val="D5AF83"/>
                </a:solidFill>
                <a:latin typeface="Arial"/>
                <a:ea typeface="Arial"/>
                <a:cs typeface="Arial"/>
              </a:defRPr>
            </a:lvl2pPr>
            <a:lvl3pPr>
              <a:defRPr sz="3825" b="1">
                <a:solidFill>
                  <a:srgbClr val="D5AF83"/>
                </a:solidFill>
                <a:latin typeface="Arial"/>
                <a:ea typeface="Arial"/>
                <a:cs typeface="Arial"/>
              </a:defRPr>
            </a:lvl3pPr>
            <a:lvl4pPr>
              <a:defRPr sz="3825" b="1">
                <a:solidFill>
                  <a:srgbClr val="D5AF83"/>
                </a:solidFill>
                <a:latin typeface="Arial"/>
                <a:ea typeface="Arial"/>
                <a:cs typeface="Arial"/>
              </a:defRPr>
            </a:lvl4pPr>
            <a:lvl5pPr>
              <a:defRPr sz="3825" b="1">
                <a:solidFill>
                  <a:srgbClr val="D5AF83"/>
                </a:solidFill>
                <a:latin typeface="Arial"/>
                <a:ea typeface="Arial"/>
                <a:cs typeface="Arial"/>
              </a:defRPr>
            </a:lvl5pPr>
            <a:lvl6pPr>
              <a:defRPr sz="3825" b="1">
                <a:solidFill>
                  <a:srgbClr val="D5AF83"/>
                </a:solidFill>
                <a:latin typeface="Arial"/>
                <a:ea typeface="Arial"/>
                <a:cs typeface="Arial"/>
              </a:defRPr>
            </a:lvl6pPr>
            <a:lvl7pPr>
              <a:defRPr sz="3825" b="1">
                <a:solidFill>
                  <a:srgbClr val="D5AF83"/>
                </a:solidFill>
                <a:latin typeface="Arial"/>
                <a:ea typeface="Arial"/>
                <a:cs typeface="Arial"/>
              </a:defRPr>
            </a:lvl7pPr>
            <a:lvl8pPr>
              <a:defRPr sz="3825" b="1">
                <a:solidFill>
                  <a:srgbClr val="D5AF83"/>
                </a:solidFill>
                <a:latin typeface="Arial"/>
                <a:ea typeface="Arial"/>
                <a:cs typeface="Arial"/>
              </a:defRPr>
            </a:lvl8pPr>
            <a:lvl9pPr>
              <a:defRPr sz="3825" b="1">
                <a:solidFill>
                  <a:srgbClr val="D5AF83"/>
                </a:solidFill>
                <a:latin typeface="Arial"/>
                <a:ea typeface="Arial"/>
                <a:cs typeface="Arial"/>
              </a:defRPr>
            </a:lvl9pPr>
          </a:lstStyle>
          <a:p>
            <a:pPr>
              <a:defRPr sz="3825" b="1">
                <a:solidFill>
                  <a:srgbClr val="D5AF83"/>
                </a:solidFill>
                <a:latin typeface="Arial"/>
                <a:ea typeface="Arial"/>
                <a:cs typeface="Arial"/>
              </a:defRPr>
            </a:pPr>
            <a:r>
              <a:rPr sz="3825" b="1">
                <a:solidFill>
                  <a:srgbClr val="D5AF83"/>
                </a:solidFill>
                <a:latin typeface="Arial"/>
                <a:ea typeface="Arial"/>
                <a:cs typeface="Arial"/>
              </a:rPr>
              <a:t>7.87 min</a:t>
            </a:r>
          </a:p>
        </p:txBody>
      </p:sp>
      <p:sp>
        <p:nvSpPr>
          <p:cNvPr id="14" name="background-12">
            <a:extLst>
              <a:ext uri="{FF2B5EF4-FFF2-40B4-BE49-F238E27FC236}">
                <a16:creationId xmlns:a16="http://schemas.microsoft.com/office/drawing/2014/main" id="{1C0D06C0-94DF-4CFD-9C3F-CA6773EBCA58}"/>
              </a:ext>
            </a:extLst>
          </p:cNvPr>
          <p:cNvSpPr>
            <a:spLocks noGrp="1"/>
          </p:cNvSpPr>
          <p:nvPr/>
        </p:nvSpPr>
        <p:spPr>
          <a:xfrm>
            <a:off x="552450" y="4133850"/>
            <a:ext cx="11087100" cy="9525"/>
          </a:xfrm>
          <a:prstGeom prst="rect">
            <a:avLst/>
          </a:prstGeom>
          <a:solidFill>
            <a:srgbClr val="435046"/>
          </a:solidFill>
          <a:ln w="0">
            <a:noFill/>
          </a:ln>
        </p:spPr>
      </p:sp>
      <p:sp>
        <p:nvSpPr>
          <p:cNvPr id="15" name="reveal-13">
            <a:extLst>
              <a:ext uri="{FF2B5EF4-FFF2-40B4-BE49-F238E27FC236}">
                <a16:creationId xmlns:a16="http://schemas.microsoft.com/office/drawing/2014/main" id="{2EFFC8C0-4E77-4026-B1F3-A91F2E0E9912}"/>
              </a:ext>
            </a:extLst>
          </p:cNvPr>
          <p:cNvSpPr>
            <a:spLocks noGrp="1"/>
          </p:cNvSpPr>
          <p:nvPr/>
        </p:nvSpPr>
        <p:spPr>
          <a:xfrm>
            <a:off x="552450" y="4305300"/>
            <a:ext cx="4286250" cy="533400"/>
          </a:xfrm>
          <a:prstGeom prst="rect">
            <a:avLst/>
          </a:prstGeom>
          <a:noFill/>
          <a:ln w="0">
            <a:noFill/>
          </a:ln>
        </p:spPr>
        <p:txBody>
          <a:bodyPr wrap="square" lIns="0" tIns="0" rIns="0" bIns="0" anchor="t">
            <a:noAutofit/>
          </a:bodyPr>
          <a:lstStyle>
            <a:defPPr>
              <a:defRPr sz="2400" b="1">
                <a:solidFill>
                  <a:srgbClr val="F4F1E9"/>
                </a:solidFill>
                <a:latin typeface="Arial"/>
                <a:ea typeface="Arial"/>
                <a:cs typeface="Arial"/>
              </a:defRPr>
            </a:defPPr>
            <a:lvl1pPr>
              <a:defRPr sz="2400" b="1">
                <a:solidFill>
                  <a:srgbClr val="F4F1E9"/>
                </a:solidFill>
                <a:latin typeface="Arial"/>
                <a:ea typeface="Arial"/>
                <a:cs typeface="Arial"/>
              </a:defRPr>
            </a:lvl1pPr>
            <a:lvl2pPr>
              <a:defRPr sz="2400" b="1">
                <a:solidFill>
                  <a:srgbClr val="F4F1E9"/>
                </a:solidFill>
                <a:latin typeface="Arial"/>
                <a:ea typeface="Arial"/>
                <a:cs typeface="Arial"/>
              </a:defRPr>
            </a:lvl2pPr>
            <a:lvl3pPr>
              <a:defRPr sz="2400" b="1">
                <a:solidFill>
                  <a:srgbClr val="F4F1E9"/>
                </a:solidFill>
                <a:latin typeface="Arial"/>
                <a:ea typeface="Arial"/>
                <a:cs typeface="Arial"/>
              </a:defRPr>
            </a:lvl3pPr>
            <a:lvl4pPr>
              <a:defRPr sz="2400" b="1">
                <a:solidFill>
                  <a:srgbClr val="F4F1E9"/>
                </a:solidFill>
                <a:latin typeface="Arial"/>
                <a:ea typeface="Arial"/>
                <a:cs typeface="Arial"/>
              </a:defRPr>
            </a:lvl4pPr>
            <a:lvl5pPr>
              <a:defRPr sz="2400" b="1">
                <a:solidFill>
                  <a:srgbClr val="F4F1E9"/>
                </a:solidFill>
                <a:latin typeface="Arial"/>
                <a:ea typeface="Arial"/>
                <a:cs typeface="Arial"/>
              </a:defRPr>
            </a:lvl5pPr>
            <a:lvl6pPr>
              <a:defRPr sz="2400" b="1">
                <a:solidFill>
                  <a:srgbClr val="F4F1E9"/>
                </a:solidFill>
                <a:latin typeface="Arial"/>
                <a:ea typeface="Arial"/>
                <a:cs typeface="Arial"/>
              </a:defRPr>
            </a:lvl6pPr>
            <a:lvl7pPr>
              <a:defRPr sz="2400" b="1">
                <a:solidFill>
                  <a:srgbClr val="F4F1E9"/>
                </a:solidFill>
                <a:latin typeface="Arial"/>
                <a:ea typeface="Arial"/>
                <a:cs typeface="Arial"/>
              </a:defRPr>
            </a:lvl7pPr>
            <a:lvl8pPr>
              <a:defRPr sz="2400" b="1">
                <a:solidFill>
                  <a:srgbClr val="F4F1E9"/>
                </a:solidFill>
                <a:latin typeface="Arial"/>
                <a:ea typeface="Arial"/>
                <a:cs typeface="Arial"/>
              </a:defRPr>
            </a:lvl8pPr>
            <a:lvl9pPr>
              <a:defRPr sz="2400" b="1">
                <a:solidFill>
                  <a:srgbClr val="F4F1E9"/>
                </a:solidFill>
                <a:latin typeface="Arial"/>
                <a:ea typeface="Arial"/>
                <a:cs typeface="Arial"/>
              </a:defRPr>
            </a:lvl9pPr>
          </a:lstStyle>
          <a:p>
            <a:pPr>
              <a:defRPr sz="2400" b="1">
                <a:solidFill>
                  <a:srgbClr val="F4F1E9"/>
                </a:solidFill>
                <a:latin typeface="Arial"/>
                <a:ea typeface="Arial"/>
                <a:cs typeface="Arial"/>
              </a:defRPr>
            </a:pPr>
            <a:r>
              <a:rPr sz="2400" b="1">
                <a:solidFill>
                  <a:srgbClr val="F4F1E9"/>
                </a:solidFill>
                <a:latin typeface="Arial"/>
                <a:ea typeface="Arial"/>
                <a:cs typeface="Arial"/>
              </a:rPr>
              <a:t>Tree 3 of 200</a:t>
            </a:r>
          </a:p>
        </p:txBody>
      </p:sp>
      <p:sp>
        <p:nvSpPr>
          <p:cNvPr id="16" name="reveal-14">
            <a:extLst>
              <a:ext uri="{FF2B5EF4-FFF2-40B4-BE49-F238E27FC236}">
                <a16:creationId xmlns:a16="http://schemas.microsoft.com/office/drawing/2014/main" id="{3332BEBA-4840-43F5-9143-5C2CCB32C996}"/>
              </a:ext>
            </a:extLst>
          </p:cNvPr>
          <p:cNvSpPr>
            <a:spLocks noGrp="1"/>
          </p:cNvSpPr>
          <p:nvPr/>
        </p:nvSpPr>
        <p:spPr>
          <a:xfrm>
            <a:off x="7953375" y="4257675"/>
            <a:ext cx="3714750" cy="676275"/>
          </a:xfrm>
          <a:prstGeom prst="rect">
            <a:avLst/>
          </a:prstGeom>
          <a:noFill/>
          <a:ln w="0">
            <a:noFill/>
          </a:ln>
        </p:spPr>
        <p:txBody>
          <a:bodyPr wrap="square" lIns="0" tIns="0" rIns="0" bIns="0" anchor="t">
            <a:noAutofit/>
          </a:bodyPr>
          <a:lstStyle>
            <a:defPPr>
              <a:defRPr sz="3825" b="1">
                <a:solidFill>
                  <a:srgbClr val="D5AF83"/>
                </a:solidFill>
                <a:latin typeface="Arial"/>
                <a:ea typeface="Arial"/>
                <a:cs typeface="Arial"/>
              </a:defRPr>
            </a:defPPr>
            <a:lvl1pPr>
              <a:defRPr sz="3825" b="1">
                <a:solidFill>
                  <a:srgbClr val="D5AF83"/>
                </a:solidFill>
                <a:latin typeface="Arial"/>
                <a:ea typeface="Arial"/>
                <a:cs typeface="Arial"/>
              </a:defRPr>
            </a:lvl1pPr>
            <a:lvl2pPr>
              <a:defRPr sz="3825" b="1">
                <a:solidFill>
                  <a:srgbClr val="D5AF83"/>
                </a:solidFill>
                <a:latin typeface="Arial"/>
                <a:ea typeface="Arial"/>
                <a:cs typeface="Arial"/>
              </a:defRPr>
            </a:lvl2pPr>
            <a:lvl3pPr>
              <a:defRPr sz="3825" b="1">
                <a:solidFill>
                  <a:srgbClr val="D5AF83"/>
                </a:solidFill>
                <a:latin typeface="Arial"/>
                <a:ea typeface="Arial"/>
                <a:cs typeface="Arial"/>
              </a:defRPr>
            </a:lvl3pPr>
            <a:lvl4pPr>
              <a:defRPr sz="3825" b="1">
                <a:solidFill>
                  <a:srgbClr val="D5AF83"/>
                </a:solidFill>
                <a:latin typeface="Arial"/>
                <a:ea typeface="Arial"/>
                <a:cs typeface="Arial"/>
              </a:defRPr>
            </a:lvl4pPr>
            <a:lvl5pPr>
              <a:defRPr sz="3825" b="1">
                <a:solidFill>
                  <a:srgbClr val="D5AF83"/>
                </a:solidFill>
                <a:latin typeface="Arial"/>
                <a:ea typeface="Arial"/>
                <a:cs typeface="Arial"/>
              </a:defRPr>
            </a:lvl5pPr>
            <a:lvl6pPr>
              <a:defRPr sz="3825" b="1">
                <a:solidFill>
                  <a:srgbClr val="D5AF83"/>
                </a:solidFill>
                <a:latin typeface="Arial"/>
                <a:ea typeface="Arial"/>
                <a:cs typeface="Arial"/>
              </a:defRPr>
            </a:lvl6pPr>
            <a:lvl7pPr>
              <a:defRPr sz="3825" b="1">
                <a:solidFill>
                  <a:srgbClr val="D5AF83"/>
                </a:solidFill>
                <a:latin typeface="Arial"/>
                <a:ea typeface="Arial"/>
                <a:cs typeface="Arial"/>
              </a:defRPr>
            </a:lvl7pPr>
            <a:lvl8pPr>
              <a:defRPr sz="3825" b="1">
                <a:solidFill>
                  <a:srgbClr val="D5AF83"/>
                </a:solidFill>
                <a:latin typeface="Arial"/>
                <a:ea typeface="Arial"/>
                <a:cs typeface="Arial"/>
              </a:defRPr>
            </a:lvl8pPr>
            <a:lvl9pPr>
              <a:defRPr sz="3825" b="1">
                <a:solidFill>
                  <a:srgbClr val="D5AF83"/>
                </a:solidFill>
                <a:latin typeface="Arial"/>
                <a:ea typeface="Arial"/>
                <a:cs typeface="Arial"/>
              </a:defRPr>
            </a:lvl9pPr>
          </a:lstStyle>
          <a:p>
            <a:pPr>
              <a:defRPr sz="3825" b="1">
                <a:solidFill>
                  <a:srgbClr val="D5AF83"/>
                </a:solidFill>
                <a:latin typeface="Arial"/>
                <a:ea typeface="Arial"/>
                <a:cs typeface="Arial"/>
              </a:defRPr>
            </a:pPr>
            <a:r>
              <a:rPr sz="3825" b="1">
                <a:solidFill>
                  <a:srgbClr val="D5AF83"/>
                </a:solidFill>
                <a:latin typeface="Arial"/>
                <a:ea typeface="Arial"/>
                <a:cs typeface="Arial"/>
              </a:rPr>
              <a:t>6.98 min</a:t>
            </a:r>
          </a:p>
        </p:txBody>
      </p:sp>
      <p:sp>
        <p:nvSpPr>
          <p:cNvPr id="17" name="background-15">
            <a:extLst>
              <a:ext uri="{FF2B5EF4-FFF2-40B4-BE49-F238E27FC236}">
                <a16:creationId xmlns:a16="http://schemas.microsoft.com/office/drawing/2014/main" id="{B890E110-04ED-4A46-ADC9-BBC45DF9DC49}"/>
              </a:ext>
            </a:extLst>
          </p:cNvPr>
          <p:cNvSpPr>
            <a:spLocks noGrp="1"/>
          </p:cNvSpPr>
          <p:nvPr/>
        </p:nvSpPr>
        <p:spPr>
          <a:xfrm>
            <a:off x="552450" y="4924425"/>
            <a:ext cx="11087100" cy="9525"/>
          </a:xfrm>
          <a:prstGeom prst="rect">
            <a:avLst/>
          </a:prstGeom>
          <a:solidFill>
            <a:srgbClr val="435046"/>
          </a:solidFill>
          <a:ln w="0">
            <a:noFill/>
          </a:ln>
        </p:spPr>
      </p:sp>
      <p:sp>
        <p:nvSpPr>
          <p:cNvPr id="18" name="reveal-16">
            <a:extLst>
              <a:ext uri="{FF2B5EF4-FFF2-40B4-BE49-F238E27FC236}">
                <a16:creationId xmlns:a16="http://schemas.microsoft.com/office/drawing/2014/main" id="{8F48BDE0-6122-4CDF-BE55-8887FBE23AAB}"/>
              </a:ext>
            </a:extLst>
          </p:cNvPr>
          <p:cNvSpPr>
            <a:spLocks noGrp="1"/>
          </p:cNvSpPr>
          <p:nvPr/>
        </p:nvSpPr>
        <p:spPr>
          <a:xfrm>
            <a:off x="552450" y="5267325"/>
            <a:ext cx="6667500" cy="552450"/>
          </a:xfrm>
          <a:prstGeom prst="rect">
            <a:avLst/>
          </a:prstGeom>
          <a:noFill/>
          <a:ln w="0">
            <a:noFill/>
          </a:ln>
        </p:spPr>
        <p:txBody>
          <a:bodyPr wrap="square" lIns="0" tIns="0" rIns="0" bIns="0" anchor="t">
            <a:noAutofit/>
          </a:bodyPr>
          <a:lstStyle>
            <a:defPPr>
              <a:defRPr sz="2400" b="1">
                <a:solidFill>
                  <a:srgbClr val="9CAA8A"/>
                </a:solidFill>
                <a:latin typeface="Arial"/>
                <a:ea typeface="Arial"/>
                <a:cs typeface="Arial"/>
              </a:defRPr>
            </a:defPPr>
            <a:lvl1pPr>
              <a:defRPr sz="2400" b="1">
                <a:solidFill>
                  <a:srgbClr val="9CAA8A"/>
                </a:solidFill>
                <a:latin typeface="Arial"/>
                <a:ea typeface="Arial"/>
                <a:cs typeface="Arial"/>
              </a:defRPr>
            </a:lvl1pPr>
            <a:lvl2pPr>
              <a:defRPr sz="2400" b="1">
                <a:solidFill>
                  <a:srgbClr val="9CAA8A"/>
                </a:solidFill>
                <a:latin typeface="Arial"/>
                <a:ea typeface="Arial"/>
                <a:cs typeface="Arial"/>
              </a:defRPr>
            </a:lvl2pPr>
            <a:lvl3pPr>
              <a:defRPr sz="2400" b="1">
                <a:solidFill>
                  <a:srgbClr val="9CAA8A"/>
                </a:solidFill>
                <a:latin typeface="Arial"/>
                <a:ea typeface="Arial"/>
                <a:cs typeface="Arial"/>
              </a:defRPr>
            </a:lvl3pPr>
            <a:lvl4pPr>
              <a:defRPr sz="2400" b="1">
                <a:solidFill>
                  <a:srgbClr val="9CAA8A"/>
                </a:solidFill>
                <a:latin typeface="Arial"/>
                <a:ea typeface="Arial"/>
                <a:cs typeface="Arial"/>
              </a:defRPr>
            </a:lvl4pPr>
            <a:lvl5pPr>
              <a:defRPr sz="2400" b="1">
                <a:solidFill>
                  <a:srgbClr val="9CAA8A"/>
                </a:solidFill>
                <a:latin typeface="Arial"/>
                <a:ea typeface="Arial"/>
                <a:cs typeface="Arial"/>
              </a:defRPr>
            </a:lvl5pPr>
            <a:lvl6pPr>
              <a:defRPr sz="2400" b="1">
                <a:solidFill>
                  <a:srgbClr val="9CAA8A"/>
                </a:solidFill>
                <a:latin typeface="Arial"/>
                <a:ea typeface="Arial"/>
                <a:cs typeface="Arial"/>
              </a:defRPr>
            </a:lvl6pPr>
            <a:lvl7pPr>
              <a:defRPr sz="2400" b="1">
                <a:solidFill>
                  <a:srgbClr val="9CAA8A"/>
                </a:solidFill>
                <a:latin typeface="Arial"/>
                <a:ea typeface="Arial"/>
                <a:cs typeface="Arial"/>
              </a:defRPr>
            </a:lvl7pPr>
            <a:lvl8pPr>
              <a:defRPr sz="2400" b="1">
                <a:solidFill>
                  <a:srgbClr val="9CAA8A"/>
                </a:solidFill>
                <a:latin typeface="Arial"/>
                <a:ea typeface="Arial"/>
                <a:cs typeface="Arial"/>
              </a:defRPr>
            </a:lvl8pPr>
            <a:lvl9pPr>
              <a:defRPr sz="2400" b="1">
                <a:solidFill>
                  <a:srgbClr val="9CAA8A"/>
                </a:solidFill>
                <a:latin typeface="Arial"/>
                <a:ea typeface="Arial"/>
                <a:cs typeface="Arial"/>
              </a:defRPr>
            </a:lvl9pPr>
          </a:lstStyle>
          <a:p>
            <a:pPr>
              <a:defRPr sz="2400" b="1">
                <a:solidFill>
                  <a:srgbClr val="9CAA8A"/>
                </a:solidFill>
                <a:latin typeface="Arial"/>
                <a:ea typeface="Arial"/>
                <a:cs typeface="Arial"/>
              </a:defRPr>
            </a:pPr>
            <a:r>
              <a:rPr sz="2400" b="1">
                <a:solidFill>
                  <a:srgbClr val="9CAA8A"/>
                </a:solidFill>
                <a:latin typeface="Arial"/>
                <a:ea typeface="Arial"/>
                <a:cs typeface="Arial"/>
              </a:rPr>
              <a:t>Mean of all 200 trees</a:t>
            </a:r>
          </a:p>
        </p:txBody>
      </p:sp>
      <p:sp>
        <p:nvSpPr>
          <p:cNvPr id="19" name="reveal-17">
            <a:extLst>
              <a:ext uri="{FF2B5EF4-FFF2-40B4-BE49-F238E27FC236}">
                <a16:creationId xmlns:a16="http://schemas.microsoft.com/office/drawing/2014/main" id="{276F2892-D5D6-41E1-A1DA-08DB07147F1F}"/>
              </a:ext>
            </a:extLst>
          </p:cNvPr>
          <p:cNvSpPr>
            <a:spLocks noGrp="1"/>
          </p:cNvSpPr>
          <p:nvPr/>
        </p:nvSpPr>
        <p:spPr>
          <a:xfrm>
            <a:off x="7953375" y="5133975"/>
            <a:ext cx="3714750" cy="819150"/>
          </a:xfrm>
          <a:prstGeom prst="rect">
            <a:avLst/>
          </a:prstGeom>
          <a:noFill/>
          <a:ln w="0">
            <a:noFill/>
          </a:ln>
        </p:spPr>
        <p:txBody>
          <a:bodyPr wrap="square" lIns="0" tIns="0" rIns="0" bIns="0" anchor="t">
            <a:noAutofit/>
          </a:bodyPr>
          <a:lstStyle>
            <a:defPPr>
              <a:defRPr sz="4875" b="1">
                <a:solidFill>
                  <a:srgbClr val="9CAA8A"/>
                </a:solidFill>
                <a:latin typeface="Arial"/>
                <a:ea typeface="Arial"/>
                <a:cs typeface="Arial"/>
              </a:defRPr>
            </a:defPPr>
            <a:lvl1pPr>
              <a:defRPr sz="4875" b="1">
                <a:solidFill>
                  <a:srgbClr val="9CAA8A"/>
                </a:solidFill>
                <a:latin typeface="Arial"/>
                <a:ea typeface="Arial"/>
                <a:cs typeface="Arial"/>
              </a:defRPr>
            </a:lvl1pPr>
            <a:lvl2pPr>
              <a:defRPr sz="4875" b="1">
                <a:solidFill>
                  <a:srgbClr val="9CAA8A"/>
                </a:solidFill>
                <a:latin typeface="Arial"/>
                <a:ea typeface="Arial"/>
                <a:cs typeface="Arial"/>
              </a:defRPr>
            </a:lvl2pPr>
            <a:lvl3pPr>
              <a:defRPr sz="4875" b="1">
                <a:solidFill>
                  <a:srgbClr val="9CAA8A"/>
                </a:solidFill>
                <a:latin typeface="Arial"/>
                <a:ea typeface="Arial"/>
                <a:cs typeface="Arial"/>
              </a:defRPr>
            </a:lvl3pPr>
            <a:lvl4pPr>
              <a:defRPr sz="4875" b="1">
                <a:solidFill>
                  <a:srgbClr val="9CAA8A"/>
                </a:solidFill>
                <a:latin typeface="Arial"/>
                <a:ea typeface="Arial"/>
                <a:cs typeface="Arial"/>
              </a:defRPr>
            </a:lvl4pPr>
            <a:lvl5pPr>
              <a:defRPr sz="4875" b="1">
                <a:solidFill>
                  <a:srgbClr val="9CAA8A"/>
                </a:solidFill>
                <a:latin typeface="Arial"/>
                <a:ea typeface="Arial"/>
                <a:cs typeface="Arial"/>
              </a:defRPr>
            </a:lvl5pPr>
            <a:lvl6pPr>
              <a:defRPr sz="4875" b="1">
                <a:solidFill>
                  <a:srgbClr val="9CAA8A"/>
                </a:solidFill>
                <a:latin typeface="Arial"/>
                <a:ea typeface="Arial"/>
                <a:cs typeface="Arial"/>
              </a:defRPr>
            </a:lvl6pPr>
            <a:lvl7pPr>
              <a:defRPr sz="4875" b="1">
                <a:solidFill>
                  <a:srgbClr val="9CAA8A"/>
                </a:solidFill>
                <a:latin typeface="Arial"/>
                <a:ea typeface="Arial"/>
                <a:cs typeface="Arial"/>
              </a:defRPr>
            </a:lvl7pPr>
            <a:lvl8pPr>
              <a:defRPr sz="4875" b="1">
                <a:solidFill>
                  <a:srgbClr val="9CAA8A"/>
                </a:solidFill>
                <a:latin typeface="Arial"/>
                <a:ea typeface="Arial"/>
                <a:cs typeface="Arial"/>
              </a:defRPr>
            </a:lvl8pPr>
            <a:lvl9pPr>
              <a:defRPr sz="4875" b="1">
                <a:solidFill>
                  <a:srgbClr val="9CAA8A"/>
                </a:solidFill>
                <a:latin typeface="Arial"/>
                <a:ea typeface="Arial"/>
                <a:cs typeface="Arial"/>
              </a:defRPr>
            </a:lvl9pPr>
          </a:lstStyle>
          <a:p>
            <a:pPr>
              <a:defRPr sz="4875" b="1">
                <a:solidFill>
                  <a:srgbClr val="9CAA8A"/>
                </a:solidFill>
                <a:latin typeface="Arial"/>
                <a:ea typeface="Arial"/>
                <a:cs typeface="Arial"/>
              </a:defRPr>
            </a:pPr>
            <a:r>
              <a:rPr sz="4875" b="1">
                <a:solidFill>
                  <a:srgbClr val="9CAA8A"/>
                </a:solidFill>
                <a:latin typeface="Arial"/>
                <a:ea typeface="Arial"/>
                <a:cs typeface="Arial"/>
              </a:rPr>
              <a:t>8.12 min</a:t>
            </a:r>
          </a:p>
        </p:txBody>
      </p:sp>
      <p:sp>
        <p:nvSpPr>
          <p:cNvPr id="20" name="body-4-18">
            <a:extLst>
              <a:ext uri="{FF2B5EF4-FFF2-40B4-BE49-F238E27FC236}">
                <a16:creationId xmlns:a16="http://schemas.microsoft.com/office/drawing/2014/main" id="{8A916894-F752-4E63-B2D8-AA355EA631BE}"/>
              </a:ext>
            </a:extLst>
          </p:cNvPr>
          <p:cNvSpPr>
            <a:spLocks noGrp="1"/>
          </p:cNvSpPr>
          <p:nvPr/>
        </p:nvSpPr>
        <p:spPr>
          <a:xfrm>
            <a:off x="552450" y="6419850"/>
            <a:ext cx="9810750" cy="304800"/>
          </a:xfrm>
          <a:prstGeom prst="rect">
            <a:avLst/>
          </a:prstGeom>
          <a:noFill/>
          <a:ln w="0">
            <a:noFill/>
          </a:ln>
        </p:spPr>
        <p:txBody>
          <a:bodyPr wrap="square" lIns="0" tIns="0" rIns="0" bIns="0" anchor="t">
            <a:noAutofit/>
          </a:bodyPr>
          <a:lstStyle>
            <a:defPPr>
              <a:defRPr sz="1350" b="0">
                <a:solidFill>
                  <a:srgbClr val="F4F1E9"/>
                </a:solidFill>
                <a:latin typeface="Arial"/>
                <a:ea typeface="Arial"/>
                <a:cs typeface="Arial"/>
              </a:defRPr>
            </a:defPPr>
            <a:lvl1pPr>
              <a:defRPr sz="1350" b="0">
                <a:solidFill>
                  <a:srgbClr val="F4F1E9"/>
                </a:solidFill>
                <a:latin typeface="Arial"/>
                <a:ea typeface="Arial"/>
                <a:cs typeface="Arial"/>
              </a:defRPr>
            </a:lvl1pPr>
            <a:lvl2pPr>
              <a:defRPr sz="1350" b="0">
                <a:solidFill>
                  <a:srgbClr val="F4F1E9"/>
                </a:solidFill>
                <a:latin typeface="Arial"/>
                <a:ea typeface="Arial"/>
                <a:cs typeface="Arial"/>
              </a:defRPr>
            </a:lvl2pPr>
            <a:lvl3pPr>
              <a:defRPr sz="1350" b="0">
                <a:solidFill>
                  <a:srgbClr val="F4F1E9"/>
                </a:solidFill>
                <a:latin typeface="Arial"/>
                <a:ea typeface="Arial"/>
                <a:cs typeface="Arial"/>
              </a:defRPr>
            </a:lvl3pPr>
            <a:lvl4pPr>
              <a:defRPr sz="1350" b="0">
                <a:solidFill>
                  <a:srgbClr val="F4F1E9"/>
                </a:solidFill>
                <a:latin typeface="Arial"/>
                <a:ea typeface="Arial"/>
                <a:cs typeface="Arial"/>
              </a:defRPr>
            </a:lvl4pPr>
            <a:lvl5pPr>
              <a:defRPr sz="1350" b="0">
                <a:solidFill>
                  <a:srgbClr val="F4F1E9"/>
                </a:solidFill>
                <a:latin typeface="Arial"/>
                <a:ea typeface="Arial"/>
                <a:cs typeface="Arial"/>
              </a:defRPr>
            </a:lvl5pPr>
            <a:lvl6pPr>
              <a:defRPr sz="1350" b="0">
                <a:solidFill>
                  <a:srgbClr val="F4F1E9"/>
                </a:solidFill>
                <a:latin typeface="Arial"/>
                <a:ea typeface="Arial"/>
                <a:cs typeface="Arial"/>
              </a:defRPr>
            </a:lvl6pPr>
            <a:lvl7pPr>
              <a:defRPr sz="1350" b="0">
                <a:solidFill>
                  <a:srgbClr val="F4F1E9"/>
                </a:solidFill>
                <a:latin typeface="Arial"/>
                <a:ea typeface="Arial"/>
                <a:cs typeface="Arial"/>
              </a:defRPr>
            </a:lvl7pPr>
            <a:lvl8pPr>
              <a:defRPr sz="1350" b="0">
                <a:solidFill>
                  <a:srgbClr val="F4F1E9"/>
                </a:solidFill>
                <a:latin typeface="Arial"/>
                <a:ea typeface="Arial"/>
                <a:cs typeface="Arial"/>
              </a:defRPr>
            </a:lvl8pPr>
            <a:lvl9pPr>
              <a:defRPr sz="1350" b="0">
                <a:solidFill>
                  <a:srgbClr val="F4F1E9"/>
                </a:solidFill>
                <a:latin typeface="Arial"/>
                <a:ea typeface="Arial"/>
                <a:cs typeface="Arial"/>
              </a:defRPr>
            </a:lvl9pPr>
          </a:lstStyle>
          <a:p>
            <a:pPr>
              <a:defRPr sz="1350" b="0">
                <a:solidFill>
                  <a:srgbClr val="F4F1E9"/>
                </a:solidFill>
                <a:latin typeface="Arial"/>
                <a:ea typeface="Arial"/>
                <a:cs typeface="Arial"/>
              </a:defRPr>
            </a:pPr>
            <a:r>
              <a:rPr sz="1350" b="0">
                <a:solidFill>
                  <a:srgbClr val="F4F1E9"/>
                </a:solidFill>
                <a:latin typeface="Arial"/>
                <a:ea typeface="Arial"/>
                <a:cs typeface="Arial"/>
              </a:rPr>
              <a:t>Classifier: average tree probabilities. Regressor: average tree minute estimates.</a:t>
            </a:r>
          </a:p>
        </p:txBody>
      </p:sp>
    </p:spTree>
    <p:extLst>
      <p:ext uri="{BB962C8B-B14F-4D97-AF65-F5344CB8AC3E}">
        <p14:creationId xmlns:p14="http://schemas.microsoft.com/office/powerpoint/2010/main" val="924445141"/>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30"/>
                                        <p:tgtEl>
                                          <p:spTgt spid="10"/>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130"/>
                                        <p:tgtEl>
                                          <p:spTgt spid="12"/>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30"/>
                                        <p:tgtEl>
                                          <p:spTgt spid="13"/>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30"/>
                                        <p:tgtEl>
                                          <p:spTgt spid="15"/>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130"/>
                                        <p:tgtEl>
                                          <p:spTgt spid="16"/>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30"/>
                                        <p:tgtEl>
                                          <p:spTgt spid="18"/>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130"/>
                                        <p:tgtEl>
                                          <p:spTgt spid="19"/>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13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p:bldP spid="12" grpId="0"/>
      <p:bldP spid="13" grpId="0"/>
      <p:bldP spid="15" grpId="0"/>
      <p:bldP spid="16"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704CB406-9402-4A1A-BA4D-C7CE83428F3A}"/>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B936B29D-4AC4-4DEB-BF52-A6A9BC40700A}"/>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7EC0F2BD-A7E8-4501-8CBC-ACC692F5CE16}"/>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06 / 12</a:t>
            </a:r>
          </a:p>
        </p:txBody>
      </p:sp>
      <p:sp>
        <p:nvSpPr>
          <p:cNvPr id="5" name="title-1-3">
            <a:extLst>
              <a:ext uri="{FF2B5EF4-FFF2-40B4-BE49-F238E27FC236}">
                <a16:creationId xmlns:a16="http://schemas.microsoft.com/office/drawing/2014/main" id="{93E47343-BD95-4E5D-ABCC-FBACA27287F6}"/>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Measured results and example answers</a:t>
            </a:r>
          </a:p>
        </p:txBody>
      </p:sp>
      <p:sp>
        <p:nvSpPr>
          <p:cNvPr id="6" name="background-4">
            <a:extLst>
              <a:ext uri="{FF2B5EF4-FFF2-40B4-BE49-F238E27FC236}">
                <a16:creationId xmlns:a16="http://schemas.microsoft.com/office/drawing/2014/main" id="{FE749E3A-026B-477D-B626-5C3E88E25767}"/>
              </a:ext>
            </a:extLst>
          </p:cNvPr>
          <p:cNvSpPr>
            <a:spLocks noGrp="1"/>
          </p:cNvSpPr>
          <p:nvPr/>
        </p:nvSpPr>
        <p:spPr>
          <a:xfrm>
            <a:off x="552450" y="6257925"/>
            <a:ext cx="9906000" cy="9525"/>
          </a:xfrm>
          <a:prstGeom prst="rect">
            <a:avLst/>
          </a:prstGeom>
          <a:solidFill>
            <a:srgbClr val="D4D9CE"/>
          </a:solidFill>
          <a:ln w="0">
            <a:noFill/>
          </a:ln>
        </p:spPr>
      </p:sp>
      <p:sp>
        <p:nvSpPr>
          <p:cNvPr id="7" name="body-4-5">
            <a:extLst>
              <a:ext uri="{FF2B5EF4-FFF2-40B4-BE49-F238E27FC236}">
                <a16:creationId xmlns:a16="http://schemas.microsoft.com/office/drawing/2014/main" id="{5DC365E4-0229-4029-B23B-EFD53F47C106}"/>
              </a:ext>
            </a:extLst>
          </p:cNvPr>
          <p:cNvSpPr>
            <a:spLocks noGrp="1"/>
          </p:cNvSpPr>
          <p:nvPr/>
        </p:nvSpPr>
        <p:spPr>
          <a:xfrm>
            <a:off x="552450" y="2009775"/>
            <a:ext cx="11087100" cy="704850"/>
          </a:xfrm>
          <a:prstGeom prst="rect">
            <a:avLst/>
          </a:prstGeom>
          <a:noFill/>
          <a:ln w="0">
            <a:noFill/>
          </a:ln>
        </p:spPr>
        <p:txBody>
          <a:bodyPr wrap="square" lIns="0" tIns="0" rIns="0" bIns="0" anchor="t">
            <a:noAutofit/>
          </a:bodyPr>
          <a:lstStyle>
            <a:defPPr>
              <a:defRPr sz="3225" b="1">
                <a:solidFill>
                  <a:srgbClr val="B98251"/>
                </a:solidFill>
                <a:latin typeface="Arial"/>
                <a:ea typeface="Arial"/>
                <a:cs typeface="Arial"/>
              </a:defRPr>
            </a:defPPr>
            <a:lvl1pPr>
              <a:defRPr sz="3225" b="1">
                <a:solidFill>
                  <a:srgbClr val="B98251"/>
                </a:solidFill>
                <a:latin typeface="Arial"/>
                <a:ea typeface="Arial"/>
                <a:cs typeface="Arial"/>
              </a:defRPr>
            </a:lvl1pPr>
            <a:lvl2pPr>
              <a:defRPr sz="3225" b="1">
                <a:solidFill>
                  <a:srgbClr val="B98251"/>
                </a:solidFill>
                <a:latin typeface="Arial"/>
                <a:ea typeface="Arial"/>
                <a:cs typeface="Arial"/>
              </a:defRPr>
            </a:lvl2pPr>
            <a:lvl3pPr>
              <a:defRPr sz="3225" b="1">
                <a:solidFill>
                  <a:srgbClr val="B98251"/>
                </a:solidFill>
                <a:latin typeface="Arial"/>
                <a:ea typeface="Arial"/>
                <a:cs typeface="Arial"/>
              </a:defRPr>
            </a:lvl3pPr>
            <a:lvl4pPr>
              <a:defRPr sz="3225" b="1">
                <a:solidFill>
                  <a:srgbClr val="B98251"/>
                </a:solidFill>
                <a:latin typeface="Arial"/>
                <a:ea typeface="Arial"/>
                <a:cs typeface="Arial"/>
              </a:defRPr>
            </a:lvl4pPr>
            <a:lvl5pPr>
              <a:defRPr sz="3225" b="1">
                <a:solidFill>
                  <a:srgbClr val="B98251"/>
                </a:solidFill>
                <a:latin typeface="Arial"/>
                <a:ea typeface="Arial"/>
                <a:cs typeface="Arial"/>
              </a:defRPr>
            </a:lvl5pPr>
            <a:lvl6pPr>
              <a:defRPr sz="3225" b="1">
                <a:solidFill>
                  <a:srgbClr val="B98251"/>
                </a:solidFill>
                <a:latin typeface="Arial"/>
                <a:ea typeface="Arial"/>
                <a:cs typeface="Arial"/>
              </a:defRPr>
            </a:lvl6pPr>
            <a:lvl7pPr>
              <a:defRPr sz="3225" b="1">
                <a:solidFill>
                  <a:srgbClr val="B98251"/>
                </a:solidFill>
                <a:latin typeface="Arial"/>
                <a:ea typeface="Arial"/>
                <a:cs typeface="Arial"/>
              </a:defRPr>
            </a:lvl7pPr>
            <a:lvl8pPr>
              <a:defRPr sz="3225" b="1">
                <a:solidFill>
                  <a:srgbClr val="B98251"/>
                </a:solidFill>
                <a:latin typeface="Arial"/>
                <a:ea typeface="Arial"/>
                <a:cs typeface="Arial"/>
              </a:defRPr>
            </a:lvl8pPr>
            <a:lvl9pPr>
              <a:defRPr sz="3225" b="1">
                <a:solidFill>
                  <a:srgbClr val="B98251"/>
                </a:solidFill>
                <a:latin typeface="Arial"/>
                <a:ea typeface="Arial"/>
                <a:cs typeface="Arial"/>
              </a:defRPr>
            </a:lvl9pPr>
          </a:lstStyle>
          <a:p>
            <a:pPr>
              <a:defRPr sz="3225" b="1">
                <a:solidFill>
                  <a:srgbClr val="B98251"/>
                </a:solidFill>
                <a:latin typeface="Arial"/>
                <a:ea typeface="Arial"/>
                <a:cs typeface="Arial"/>
              </a:defRPr>
            </a:pPr>
            <a:r>
              <a:rPr sz="3225" b="1">
                <a:solidFill>
                  <a:srgbClr val="B98251"/>
                </a:solidFill>
                <a:latin typeface="Arial"/>
                <a:ea typeface="Arial"/>
                <a:cs typeface="Arial"/>
              </a:rPr>
              <a:t>RF test accuracy 81.1%    F1 85.5%    MAE 9.15 min</a:t>
            </a:r>
          </a:p>
        </p:txBody>
      </p:sp>
      <p:graphicFrame>
        <p:nvGraphicFramePr>
          <p:cNvPr id="8" name="Table 7">
            <a:extLst>
              <a:ext uri="{FF2B5EF4-FFF2-40B4-BE49-F238E27FC236}">
                <a16:creationId xmlns:a16="http://schemas.microsoft.com/office/drawing/2014/main" id="{CACFBE26-0785-435E-B192-E5DB701F0E9F}"/>
              </a:ext>
            </a:extLst>
          </p:cNvPr>
          <p:cNvGraphicFramePr/>
          <p:nvPr/>
        </p:nvGraphicFramePr>
        <p:xfrm>
          <a:off x="552450" y="3181350"/>
          <a:ext cx="11087100" cy="2095500"/>
        </p:xfrm>
        <a:graphic>
          <a:graphicData uri="http://schemas.openxmlformats.org/drawingml/2006/table">
            <a:tbl>
              <a:tblPr firstRow="1"/>
              <a:tblGrid>
                <a:gridCol w="6248400">
                  <a:extLst>
                    <a:ext uri="{9D8B030D-6E8A-4147-A177-3AD203B41FA5}">
                      <a16:colId xmlns:a16="http://schemas.microsoft.com/office/drawing/2014/main" val="20000"/>
                    </a:ext>
                  </a:extLst>
                </a:gridCol>
                <a:gridCol w="2419350">
                  <a:extLst>
                    <a:ext uri="{9D8B030D-6E8A-4147-A177-3AD203B41FA5}">
                      <a16:colId xmlns:a16="http://schemas.microsoft.com/office/drawing/2014/main" val="20001"/>
                    </a:ext>
                  </a:extLst>
                </a:gridCol>
                <a:gridCol w="2419350">
                  <a:extLst>
                    <a:ext uri="{9D8B030D-6E8A-4147-A177-3AD203B41FA5}">
                      <a16:colId xmlns:a16="http://schemas.microsoft.com/office/drawing/2014/main" val="20002"/>
                    </a:ext>
                  </a:extLst>
                </a:gridCol>
              </a:tblGrid>
              <a:tr h="698500">
                <a:tc>
                  <a:txBody>
                    <a:bodyPr/>
                    <a:lstStyle/>
                    <a:p>
                      <a:r>
                        <a:rPr sz="1875" b="1">
                          <a:solidFill>
                            <a:srgbClr val="F4F1E9"/>
                          </a:solidFill>
                          <a:latin typeface="Arial"/>
                          <a:ea typeface="Arial"/>
                          <a:cs typeface="Arial"/>
                        </a:rPr>
                        <a:t>Same HYD–BLR inputs</a:t>
                      </a:r>
                    </a:p>
                  </a:txBody>
                  <a:tcPr anchor="ctr">
                    <a:lnL w="0">
                      <a:noFill/>
                      <a:prstDash val="solid"/>
                    </a:lnL>
                    <a:lnR w="0">
                      <a:noFill/>
                      <a:prstDash val="solid"/>
                    </a:lnR>
                    <a:lnT w="0">
                      <a:noFill/>
                      <a:prstDash val="solid"/>
                    </a:lnT>
                    <a:lnB w="0">
                      <a:noFill/>
                      <a:prstDash val="solid"/>
                    </a:lnB>
                    <a:solidFill>
                      <a:srgbClr val="202925"/>
                    </a:solidFill>
                  </a:tcPr>
                </a:tc>
                <a:tc>
                  <a:txBody>
                    <a:bodyPr/>
                    <a:lstStyle/>
                    <a:p>
                      <a:r>
                        <a:rPr sz="1875" b="1">
                          <a:solidFill>
                            <a:srgbClr val="F4F1E9"/>
                          </a:solidFill>
                          <a:latin typeface="Arial"/>
                          <a:ea typeface="Arial"/>
                          <a:cs typeface="Arial"/>
                        </a:rPr>
                        <a:t>RF experiment</a:t>
                      </a:r>
                    </a:p>
                  </a:txBody>
                  <a:tcPr anchor="ctr">
                    <a:lnL>
                      <a:noFill/>
                    </a:lnL>
                    <a:lnR w="0">
                      <a:noFill/>
                      <a:prstDash val="solid"/>
                    </a:lnR>
                    <a:lnT w="0">
                      <a:noFill/>
                      <a:prstDash val="solid"/>
                    </a:lnT>
                    <a:lnB w="0">
                      <a:noFill/>
                      <a:prstDash val="solid"/>
                    </a:lnB>
                    <a:solidFill>
                      <a:srgbClr val="202925"/>
                    </a:solidFill>
                  </a:tcPr>
                </a:tc>
                <a:tc>
                  <a:txBody>
                    <a:bodyPr/>
                    <a:lstStyle/>
                    <a:p>
                      <a:r>
                        <a:rPr sz="1875" b="1">
                          <a:solidFill>
                            <a:srgbClr val="F4F1E9"/>
                          </a:solidFill>
                          <a:latin typeface="Arial"/>
                          <a:ea typeface="Arial"/>
                          <a:cs typeface="Arial"/>
                        </a:rPr>
                        <a:t>Current website</a:t>
                      </a:r>
                    </a:p>
                  </a:txBody>
                  <a:tcPr anchor="ctr">
                    <a:lnL>
                      <a:noFill/>
                    </a:lnL>
                    <a:lnR w="0">
                      <a:noFill/>
                      <a:prstDash val="solid"/>
                    </a:lnR>
                    <a:lnT w="0">
                      <a:noFill/>
                      <a:prstDash val="solid"/>
                    </a:lnT>
                    <a:lnB w="0">
                      <a:noFill/>
                      <a:prstDash val="solid"/>
                    </a:lnB>
                    <a:solidFill>
                      <a:srgbClr val="202925"/>
                    </a:solidFill>
                  </a:tcPr>
                </a:tc>
                <a:extLst>
                  <a:ext uri="{0D108BD9-81ED-4DB2-BD59-A6C34878D82A}">
                    <a16:rowId xmlns:a16="http://schemas.microsoft.com/office/drawing/2014/main" val="10000"/>
                  </a:ext>
                </a:extLst>
              </a:tr>
              <a:tr h="698500">
                <a:tc>
                  <a:txBody>
                    <a:bodyPr/>
                    <a:lstStyle/>
                    <a:p>
                      <a:r>
                        <a:rPr sz="1950" b="1">
                          <a:solidFill>
                            <a:srgbClr val="202925"/>
                          </a:solidFill>
                          <a:latin typeface="Arial"/>
                          <a:ea typeface="Arial"/>
                          <a:cs typeface="Arial"/>
                        </a:rPr>
                        <a:t>Clear, traffic 35%, incoming 10 min</a:t>
                      </a:r>
                    </a:p>
                  </a:txBody>
                  <a:tcPr anchor="ctr">
                    <a:lnL w="0">
                      <a:noFill/>
                      <a:prstDash val="solid"/>
                    </a:lnL>
                    <a:lnR w="0">
                      <a:noFill/>
                      <a:prstDash val="solid"/>
                    </a:lnR>
                    <a:lnT>
                      <a:noFill/>
                    </a:lnT>
                    <a:lnB w="0">
                      <a:noFill/>
                      <a:prstDash val="solid"/>
                    </a:lnB>
                    <a:solidFill>
                      <a:srgbClr val="F4F1E9"/>
                    </a:solidFill>
                  </a:tcPr>
                </a:tc>
                <a:tc>
                  <a:txBody>
                    <a:bodyPr/>
                    <a:lstStyle/>
                    <a:p>
                      <a:r>
                        <a:rPr sz="1950" b="0">
                          <a:solidFill>
                            <a:srgbClr val="202925"/>
                          </a:solidFill>
                          <a:latin typeface="Arial"/>
                          <a:ea typeface="Arial"/>
                          <a:cs typeface="Arial"/>
                        </a:rPr>
                        <a:t>8.1 min</a:t>
                      </a:r>
                    </a:p>
                  </a:txBody>
                  <a:tcPr anchor="ctr">
                    <a:lnL>
                      <a:noFill/>
                    </a:lnL>
                    <a:lnR w="0">
                      <a:noFill/>
                      <a:prstDash val="solid"/>
                    </a:lnR>
                    <a:lnT>
                      <a:noFill/>
                    </a:lnT>
                    <a:lnB w="0">
                      <a:noFill/>
                      <a:prstDash val="solid"/>
                    </a:lnB>
                    <a:solidFill>
                      <a:srgbClr val="F4F1E9"/>
                    </a:solidFill>
                  </a:tcPr>
                </a:tc>
                <a:tc>
                  <a:txBody>
                    <a:bodyPr/>
                    <a:lstStyle/>
                    <a:p>
                      <a:r>
                        <a:rPr sz="1950" b="0">
                          <a:solidFill>
                            <a:srgbClr val="202925"/>
                          </a:solidFill>
                          <a:latin typeface="Arial"/>
                          <a:ea typeface="Arial"/>
                          <a:cs typeface="Arial"/>
                        </a:rPr>
                        <a:t>21 min</a:t>
                      </a:r>
                    </a:p>
                  </a:txBody>
                  <a:tcPr anchor="ctr">
                    <a:lnL>
                      <a:noFill/>
                    </a:lnL>
                    <a:lnR w="0">
                      <a:noFill/>
                      <a:prstDash val="solid"/>
                    </a:lnR>
                    <a:lnT>
                      <a:noFill/>
                    </a:lnT>
                    <a:lnB w="0">
                      <a:noFill/>
                      <a:prstDash val="solid"/>
                    </a:lnB>
                    <a:solidFill>
                      <a:srgbClr val="F4F1E9"/>
                    </a:solidFill>
                  </a:tcPr>
                </a:tc>
                <a:extLst>
                  <a:ext uri="{0D108BD9-81ED-4DB2-BD59-A6C34878D82A}">
                    <a16:rowId xmlns:a16="http://schemas.microsoft.com/office/drawing/2014/main" val="10001"/>
                  </a:ext>
                </a:extLst>
              </a:tr>
              <a:tr h="698500">
                <a:tc>
                  <a:txBody>
                    <a:bodyPr/>
                    <a:lstStyle/>
                    <a:p>
                      <a:r>
                        <a:rPr sz="1950" b="1">
                          <a:solidFill>
                            <a:srgbClr val="202925"/>
                          </a:solidFill>
                          <a:latin typeface="Arial"/>
                          <a:ea typeface="Arial"/>
                          <a:cs typeface="Arial"/>
                        </a:rPr>
                        <a:t>Storm, traffic 85%, incoming 45 min</a:t>
                      </a:r>
                    </a:p>
                  </a:txBody>
                  <a:tcPr anchor="ctr">
                    <a:lnL w="0">
                      <a:noFill/>
                      <a:prstDash val="solid"/>
                    </a:lnL>
                    <a:lnR w="0">
                      <a:noFill/>
                      <a:prstDash val="solid"/>
                    </a:lnR>
                    <a:lnT>
                      <a:noFill/>
                    </a:lnT>
                    <a:lnB w="0">
                      <a:noFill/>
                      <a:prstDash val="solid"/>
                    </a:lnB>
                    <a:solidFill>
                      <a:srgbClr val="E8ECE2"/>
                    </a:solidFill>
                  </a:tcPr>
                </a:tc>
                <a:tc>
                  <a:txBody>
                    <a:bodyPr/>
                    <a:lstStyle/>
                    <a:p>
                      <a:r>
                        <a:rPr sz="1950" b="0">
                          <a:solidFill>
                            <a:srgbClr val="202925"/>
                          </a:solidFill>
                          <a:latin typeface="Arial"/>
                          <a:ea typeface="Arial"/>
                          <a:cs typeface="Arial"/>
                        </a:rPr>
                        <a:t>53.2 min</a:t>
                      </a:r>
                    </a:p>
                  </a:txBody>
                  <a:tcPr anchor="ctr">
                    <a:lnL>
                      <a:noFill/>
                    </a:lnL>
                    <a:lnR w="0">
                      <a:noFill/>
                      <a:prstDash val="solid"/>
                    </a:lnR>
                    <a:lnT>
                      <a:noFill/>
                    </a:lnT>
                    <a:lnB w="0">
                      <a:noFill/>
                      <a:prstDash val="solid"/>
                    </a:lnB>
                    <a:solidFill>
                      <a:srgbClr val="E8ECE2"/>
                    </a:solidFill>
                  </a:tcPr>
                </a:tc>
                <a:tc>
                  <a:txBody>
                    <a:bodyPr/>
                    <a:lstStyle/>
                    <a:p>
                      <a:r>
                        <a:rPr sz="1950" b="0">
                          <a:solidFill>
                            <a:srgbClr val="202925"/>
                          </a:solidFill>
                          <a:latin typeface="Arial"/>
                          <a:ea typeface="Arial"/>
                          <a:cs typeface="Arial"/>
                        </a:rPr>
                        <a:t>66 min</a:t>
                      </a:r>
                    </a:p>
                  </a:txBody>
                  <a:tcPr anchor="ctr">
                    <a:lnL>
                      <a:noFill/>
                    </a:lnL>
                    <a:lnR w="0">
                      <a:noFill/>
                      <a:prstDash val="solid"/>
                    </a:lnR>
                    <a:lnT>
                      <a:noFill/>
                    </a:lnT>
                    <a:lnB w="0">
                      <a:noFill/>
                      <a:prstDash val="solid"/>
                    </a:lnB>
                    <a:solidFill>
                      <a:srgbClr val="E8ECE2"/>
                    </a:solidFill>
                  </a:tcPr>
                </a:tc>
                <a:extLst>
                  <a:ext uri="{0D108BD9-81ED-4DB2-BD59-A6C34878D82A}">
                    <a16:rowId xmlns:a16="http://schemas.microsoft.com/office/drawing/2014/main" val="10002"/>
                  </a:ext>
                </a:extLst>
              </a:tr>
            </a:tbl>
          </a:graphicData>
        </a:graphic>
      </p:graphicFrame>
      <p:sp>
        <p:nvSpPr>
          <p:cNvPr id="9" name="body-5-6">
            <a:extLst>
              <a:ext uri="{FF2B5EF4-FFF2-40B4-BE49-F238E27FC236}">
                <a16:creationId xmlns:a16="http://schemas.microsoft.com/office/drawing/2014/main" id="{7D907EAB-2F40-4EE8-85FF-E1B5877102B8}"/>
              </a:ext>
            </a:extLst>
          </p:cNvPr>
          <p:cNvSpPr>
            <a:spLocks noGrp="1"/>
          </p:cNvSpPr>
          <p:nvPr/>
        </p:nvSpPr>
        <p:spPr>
          <a:xfrm>
            <a:off x="552450" y="5629275"/>
            <a:ext cx="11087100" cy="581025"/>
          </a:xfrm>
          <a:prstGeom prst="rect">
            <a:avLst/>
          </a:prstGeom>
          <a:noFill/>
          <a:ln w="0">
            <a:noFill/>
          </a:ln>
        </p:spPr>
        <p:txBody>
          <a:bodyPr wrap="square" lIns="0" tIns="0" rIns="0" bIns="0" anchor="t">
            <a:noAutofit/>
          </a:bodyPr>
          <a:lstStyle>
            <a:defPPr>
              <a:defRPr sz="1950" b="1">
                <a:solidFill>
                  <a:srgbClr val="202925"/>
                </a:solidFill>
                <a:latin typeface="Arial"/>
                <a:ea typeface="Arial"/>
                <a:cs typeface="Arial"/>
              </a:defRPr>
            </a:defPPr>
            <a:lvl1pPr>
              <a:defRPr sz="1950" b="1">
                <a:solidFill>
                  <a:srgbClr val="202925"/>
                </a:solidFill>
                <a:latin typeface="Arial"/>
                <a:ea typeface="Arial"/>
                <a:cs typeface="Arial"/>
              </a:defRPr>
            </a:lvl1pPr>
            <a:lvl2pPr>
              <a:defRPr sz="1950" b="1">
                <a:solidFill>
                  <a:srgbClr val="202925"/>
                </a:solidFill>
                <a:latin typeface="Arial"/>
                <a:ea typeface="Arial"/>
                <a:cs typeface="Arial"/>
              </a:defRPr>
            </a:lvl2pPr>
            <a:lvl3pPr>
              <a:defRPr sz="1950" b="1">
                <a:solidFill>
                  <a:srgbClr val="202925"/>
                </a:solidFill>
                <a:latin typeface="Arial"/>
                <a:ea typeface="Arial"/>
                <a:cs typeface="Arial"/>
              </a:defRPr>
            </a:lvl3pPr>
            <a:lvl4pPr>
              <a:defRPr sz="1950" b="1">
                <a:solidFill>
                  <a:srgbClr val="202925"/>
                </a:solidFill>
                <a:latin typeface="Arial"/>
                <a:ea typeface="Arial"/>
                <a:cs typeface="Arial"/>
              </a:defRPr>
            </a:lvl4pPr>
            <a:lvl5pPr>
              <a:defRPr sz="1950" b="1">
                <a:solidFill>
                  <a:srgbClr val="202925"/>
                </a:solidFill>
                <a:latin typeface="Arial"/>
                <a:ea typeface="Arial"/>
                <a:cs typeface="Arial"/>
              </a:defRPr>
            </a:lvl5pPr>
            <a:lvl6pPr>
              <a:defRPr sz="1950" b="1">
                <a:solidFill>
                  <a:srgbClr val="202925"/>
                </a:solidFill>
                <a:latin typeface="Arial"/>
                <a:ea typeface="Arial"/>
                <a:cs typeface="Arial"/>
              </a:defRPr>
            </a:lvl6pPr>
            <a:lvl7pPr>
              <a:defRPr sz="1950" b="1">
                <a:solidFill>
                  <a:srgbClr val="202925"/>
                </a:solidFill>
                <a:latin typeface="Arial"/>
                <a:ea typeface="Arial"/>
                <a:cs typeface="Arial"/>
              </a:defRPr>
            </a:lvl7pPr>
            <a:lvl8pPr>
              <a:defRPr sz="1950" b="1">
                <a:solidFill>
                  <a:srgbClr val="202925"/>
                </a:solidFill>
                <a:latin typeface="Arial"/>
                <a:ea typeface="Arial"/>
                <a:cs typeface="Arial"/>
              </a:defRPr>
            </a:lvl8pPr>
            <a:lvl9pPr>
              <a:defRPr sz="1950" b="1">
                <a:solidFill>
                  <a:srgbClr val="202925"/>
                </a:solidFill>
                <a:latin typeface="Arial"/>
                <a:ea typeface="Arial"/>
                <a:cs typeface="Arial"/>
              </a:defRPr>
            </a:lvl9pPr>
          </a:lstStyle>
          <a:p>
            <a:pPr>
              <a:defRPr sz="1950" b="1">
                <a:solidFill>
                  <a:srgbClr val="202925"/>
                </a:solidFill>
                <a:latin typeface="Arial"/>
                <a:ea typeface="Arial"/>
                <a:cs typeface="Arial"/>
              </a:defRPr>
            </a:pPr>
            <a:r>
              <a:rPr sz="1950" b="1">
                <a:solidFill>
                  <a:srgbClr val="202925"/>
                </a:solidFill>
                <a:latin typeface="Arial"/>
                <a:ea typeface="Arial"/>
                <a:cs typeface="Arial"/>
              </a:rPr>
              <a:t>Answer: the trained experiment and website rule formula are separate implementations.</a:t>
            </a:r>
          </a:p>
        </p:txBody>
      </p:sp>
    </p:spTree>
    <p:extLst>
      <p:ext uri="{BB962C8B-B14F-4D97-AF65-F5344CB8AC3E}">
        <p14:creationId xmlns:p14="http://schemas.microsoft.com/office/powerpoint/2010/main" val="1455330599"/>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3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7EBA7F02-A138-49AD-876B-12250AE80150}"/>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0890FCA6-C461-4422-9AFC-08CFE5BA202A}"/>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TEAM EXPLANATION AND VIVA</a:t>
            </a:r>
          </a:p>
        </p:txBody>
      </p:sp>
      <p:sp>
        <p:nvSpPr>
          <p:cNvPr id="4" name="footer-3-2">
            <a:extLst>
              <a:ext uri="{FF2B5EF4-FFF2-40B4-BE49-F238E27FC236}">
                <a16:creationId xmlns:a16="http://schemas.microsoft.com/office/drawing/2014/main" id="{4FC9F03E-25AD-430C-8602-B42B983EF732}"/>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07 / 12</a:t>
            </a:r>
          </a:p>
        </p:txBody>
      </p:sp>
      <p:sp>
        <p:nvSpPr>
          <p:cNvPr id="5" name="title-1-3">
            <a:extLst>
              <a:ext uri="{FF2B5EF4-FFF2-40B4-BE49-F238E27FC236}">
                <a16:creationId xmlns:a16="http://schemas.microsoft.com/office/drawing/2014/main" id="{1387BFF1-1969-4179-902C-26888998FAFC}"/>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Route, Side View and camera controls</a:t>
            </a:r>
          </a:p>
        </p:txBody>
      </p:sp>
      <p:sp>
        <p:nvSpPr>
          <p:cNvPr id="6" name="background-4">
            <a:extLst>
              <a:ext uri="{FF2B5EF4-FFF2-40B4-BE49-F238E27FC236}">
                <a16:creationId xmlns:a16="http://schemas.microsoft.com/office/drawing/2014/main" id="{D2DC41AE-4136-4E2C-8402-94EBC43DE1FE}"/>
              </a:ext>
            </a:extLst>
          </p:cNvPr>
          <p:cNvSpPr>
            <a:spLocks noGrp="1"/>
          </p:cNvSpPr>
          <p:nvPr/>
        </p:nvSpPr>
        <p:spPr>
          <a:xfrm>
            <a:off x="552450" y="6257925"/>
            <a:ext cx="9906000" cy="9525"/>
          </a:xfrm>
          <a:prstGeom prst="rect">
            <a:avLst/>
          </a:prstGeom>
          <a:solidFill>
            <a:srgbClr val="435046"/>
          </a:solidFill>
          <a:ln w="0">
            <a:noFill/>
          </a:ln>
        </p:spPr>
      </p:sp>
      <p:sp>
        <p:nvSpPr>
          <p:cNvPr id="7" name="reveal-5">
            <a:extLst>
              <a:ext uri="{FF2B5EF4-FFF2-40B4-BE49-F238E27FC236}">
                <a16:creationId xmlns:a16="http://schemas.microsoft.com/office/drawing/2014/main" id="{13E467ED-4906-42FA-B6A1-DB353CAE23AC}"/>
              </a:ext>
            </a:extLst>
          </p:cNvPr>
          <p:cNvSpPr>
            <a:spLocks noGrp="1"/>
          </p:cNvSpPr>
          <p:nvPr/>
        </p:nvSpPr>
        <p:spPr>
          <a:xfrm>
            <a:off x="552450" y="1981200"/>
            <a:ext cx="4572000" cy="285750"/>
          </a:xfrm>
          <a:prstGeom prst="rect">
            <a:avLst/>
          </a:prstGeom>
          <a:noFill/>
          <a:ln w="0">
            <a:noFill/>
          </a:ln>
        </p:spPr>
        <p:txBody>
          <a:bodyPr wrap="square" lIns="0" tIns="0" rIns="0" bIns="0" anchor="t">
            <a:noAutofit/>
          </a:bodyPr>
          <a:lstStyle>
            <a:defPPr>
              <a:defRPr sz="1350" b="1">
                <a:solidFill>
                  <a:srgbClr val="D5AF83"/>
                </a:solidFill>
                <a:latin typeface="Arial"/>
                <a:ea typeface="Arial"/>
                <a:cs typeface="Arial"/>
              </a:defRPr>
            </a:defPPr>
            <a:lvl1pPr>
              <a:defRPr sz="1350" b="1">
                <a:solidFill>
                  <a:srgbClr val="D5AF83"/>
                </a:solidFill>
                <a:latin typeface="Arial"/>
                <a:ea typeface="Arial"/>
                <a:cs typeface="Arial"/>
              </a:defRPr>
            </a:lvl1pPr>
            <a:lvl2pPr>
              <a:defRPr sz="1350" b="1">
                <a:solidFill>
                  <a:srgbClr val="D5AF83"/>
                </a:solidFill>
                <a:latin typeface="Arial"/>
                <a:ea typeface="Arial"/>
                <a:cs typeface="Arial"/>
              </a:defRPr>
            </a:lvl2pPr>
            <a:lvl3pPr>
              <a:defRPr sz="1350" b="1">
                <a:solidFill>
                  <a:srgbClr val="D5AF83"/>
                </a:solidFill>
                <a:latin typeface="Arial"/>
                <a:ea typeface="Arial"/>
                <a:cs typeface="Arial"/>
              </a:defRPr>
            </a:lvl3pPr>
            <a:lvl4pPr>
              <a:defRPr sz="1350" b="1">
                <a:solidFill>
                  <a:srgbClr val="D5AF83"/>
                </a:solidFill>
                <a:latin typeface="Arial"/>
                <a:ea typeface="Arial"/>
                <a:cs typeface="Arial"/>
              </a:defRPr>
            </a:lvl4pPr>
            <a:lvl5pPr>
              <a:defRPr sz="1350" b="1">
                <a:solidFill>
                  <a:srgbClr val="D5AF83"/>
                </a:solidFill>
                <a:latin typeface="Arial"/>
                <a:ea typeface="Arial"/>
                <a:cs typeface="Arial"/>
              </a:defRPr>
            </a:lvl5pPr>
            <a:lvl6pPr>
              <a:defRPr sz="1350" b="1">
                <a:solidFill>
                  <a:srgbClr val="D5AF83"/>
                </a:solidFill>
                <a:latin typeface="Arial"/>
                <a:ea typeface="Arial"/>
                <a:cs typeface="Arial"/>
              </a:defRPr>
            </a:lvl6pPr>
            <a:lvl7pPr>
              <a:defRPr sz="1350" b="1">
                <a:solidFill>
                  <a:srgbClr val="D5AF83"/>
                </a:solidFill>
                <a:latin typeface="Arial"/>
                <a:ea typeface="Arial"/>
                <a:cs typeface="Arial"/>
              </a:defRPr>
            </a:lvl7pPr>
            <a:lvl8pPr>
              <a:defRPr sz="1350" b="1">
                <a:solidFill>
                  <a:srgbClr val="D5AF83"/>
                </a:solidFill>
                <a:latin typeface="Arial"/>
                <a:ea typeface="Arial"/>
                <a:cs typeface="Arial"/>
              </a:defRPr>
            </a:lvl8pPr>
            <a:lvl9pPr>
              <a:defRPr sz="1350" b="1">
                <a:solidFill>
                  <a:srgbClr val="D5AF83"/>
                </a:solidFill>
                <a:latin typeface="Arial"/>
                <a:ea typeface="Arial"/>
                <a:cs typeface="Arial"/>
              </a:defRPr>
            </a:lvl9pPr>
          </a:lstStyle>
          <a:p>
            <a:pPr>
              <a:defRPr sz="1350" b="1">
                <a:solidFill>
                  <a:srgbClr val="D5AF83"/>
                </a:solidFill>
                <a:latin typeface="Arial"/>
                <a:ea typeface="Arial"/>
                <a:cs typeface="Arial"/>
              </a:defRPr>
            </a:pPr>
            <a:r>
              <a:rPr sz="1350" b="1">
                <a:solidFill>
                  <a:srgbClr val="D5AF83"/>
                </a:solidFill>
                <a:latin typeface="Arial"/>
                <a:ea typeface="Arial"/>
                <a:cs typeface="Arial"/>
              </a:rPr>
              <a:t>Control</a:t>
            </a:r>
          </a:p>
        </p:txBody>
      </p:sp>
      <p:sp>
        <p:nvSpPr>
          <p:cNvPr id="8" name="reveal-6">
            <a:extLst>
              <a:ext uri="{FF2B5EF4-FFF2-40B4-BE49-F238E27FC236}">
                <a16:creationId xmlns:a16="http://schemas.microsoft.com/office/drawing/2014/main" id="{81B169A1-BC34-4B7F-8828-F990B392B419}"/>
              </a:ext>
            </a:extLst>
          </p:cNvPr>
          <p:cNvSpPr>
            <a:spLocks noGrp="1"/>
          </p:cNvSpPr>
          <p:nvPr/>
        </p:nvSpPr>
        <p:spPr>
          <a:xfrm>
            <a:off x="5524500" y="1981200"/>
            <a:ext cx="6096000" cy="285750"/>
          </a:xfrm>
          <a:prstGeom prst="rect">
            <a:avLst/>
          </a:prstGeom>
          <a:noFill/>
          <a:ln w="0">
            <a:noFill/>
          </a:ln>
        </p:spPr>
        <p:txBody>
          <a:bodyPr wrap="square" lIns="0" tIns="0" rIns="0" bIns="0" anchor="t">
            <a:noAutofit/>
          </a:bodyPr>
          <a:lstStyle>
            <a:defPPr>
              <a:defRPr sz="1350" b="1">
                <a:solidFill>
                  <a:srgbClr val="D5AF83"/>
                </a:solidFill>
                <a:latin typeface="Arial"/>
                <a:ea typeface="Arial"/>
                <a:cs typeface="Arial"/>
              </a:defRPr>
            </a:defPPr>
            <a:lvl1pPr>
              <a:defRPr sz="1350" b="1">
                <a:solidFill>
                  <a:srgbClr val="D5AF83"/>
                </a:solidFill>
                <a:latin typeface="Arial"/>
                <a:ea typeface="Arial"/>
                <a:cs typeface="Arial"/>
              </a:defRPr>
            </a:lvl1pPr>
            <a:lvl2pPr>
              <a:defRPr sz="1350" b="1">
                <a:solidFill>
                  <a:srgbClr val="D5AF83"/>
                </a:solidFill>
                <a:latin typeface="Arial"/>
                <a:ea typeface="Arial"/>
                <a:cs typeface="Arial"/>
              </a:defRPr>
            </a:lvl2pPr>
            <a:lvl3pPr>
              <a:defRPr sz="1350" b="1">
                <a:solidFill>
                  <a:srgbClr val="D5AF83"/>
                </a:solidFill>
                <a:latin typeface="Arial"/>
                <a:ea typeface="Arial"/>
                <a:cs typeface="Arial"/>
              </a:defRPr>
            </a:lvl3pPr>
            <a:lvl4pPr>
              <a:defRPr sz="1350" b="1">
                <a:solidFill>
                  <a:srgbClr val="D5AF83"/>
                </a:solidFill>
                <a:latin typeface="Arial"/>
                <a:ea typeface="Arial"/>
                <a:cs typeface="Arial"/>
              </a:defRPr>
            </a:lvl4pPr>
            <a:lvl5pPr>
              <a:defRPr sz="1350" b="1">
                <a:solidFill>
                  <a:srgbClr val="D5AF83"/>
                </a:solidFill>
                <a:latin typeface="Arial"/>
                <a:ea typeface="Arial"/>
                <a:cs typeface="Arial"/>
              </a:defRPr>
            </a:lvl5pPr>
            <a:lvl6pPr>
              <a:defRPr sz="1350" b="1">
                <a:solidFill>
                  <a:srgbClr val="D5AF83"/>
                </a:solidFill>
                <a:latin typeface="Arial"/>
                <a:ea typeface="Arial"/>
                <a:cs typeface="Arial"/>
              </a:defRPr>
            </a:lvl6pPr>
            <a:lvl7pPr>
              <a:defRPr sz="1350" b="1">
                <a:solidFill>
                  <a:srgbClr val="D5AF83"/>
                </a:solidFill>
                <a:latin typeface="Arial"/>
                <a:ea typeface="Arial"/>
                <a:cs typeface="Arial"/>
              </a:defRPr>
            </a:lvl7pPr>
            <a:lvl8pPr>
              <a:defRPr sz="1350" b="1">
                <a:solidFill>
                  <a:srgbClr val="D5AF83"/>
                </a:solidFill>
                <a:latin typeface="Arial"/>
                <a:ea typeface="Arial"/>
                <a:cs typeface="Arial"/>
              </a:defRPr>
            </a:lvl8pPr>
            <a:lvl9pPr>
              <a:defRPr sz="1350" b="1">
                <a:solidFill>
                  <a:srgbClr val="D5AF83"/>
                </a:solidFill>
                <a:latin typeface="Arial"/>
                <a:ea typeface="Arial"/>
                <a:cs typeface="Arial"/>
              </a:defRPr>
            </a:lvl9pPr>
          </a:lstStyle>
          <a:p>
            <a:pPr>
              <a:defRPr sz="1350" b="1">
                <a:solidFill>
                  <a:srgbClr val="D5AF83"/>
                </a:solidFill>
                <a:latin typeface="Arial"/>
                <a:ea typeface="Arial"/>
                <a:cs typeface="Arial"/>
              </a:defRPr>
            </a:pPr>
            <a:r>
              <a:rPr sz="1350" b="1">
                <a:solidFill>
                  <a:srgbClr val="D5AF83"/>
                </a:solidFill>
                <a:latin typeface="Arial"/>
                <a:ea typeface="Arial"/>
                <a:cs typeface="Arial"/>
              </a:rPr>
              <a:t>Simple explanation</a:t>
            </a:r>
          </a:p>
        </p:txBody>
      </p:sp>
      <p:pic>
        <p:nvPicPr>
          <p:cNvPr id="9" name="Picture 8">
            <a:extLst>
              <a:ext uri="{FF2B5EF4-FFF2-40B4-BE49-F238E27FC236}">
                <a16:creationId xmlns:a16="http://schemas.microsoft.com/office/drawing/2014/main" id="{7292B6F0-EED5-4056-ADCB-58A185462F4A}"/>
              </a:ext>
            </a:extLst>
          </p:cNvPr>
          <p:cNvPicPr>
            <a:picLocks noChangeAspect="1"/>
          </p:cNvPicPr>
          <p:nvPr/>
        </p:nvPicPr>
        <p:blipFill>
          <a:blip r:embed="rId3"/>
          <a:stretch/>
        </p:blipFill>
        <p:spPr>
          <a:xfrm>
            <a:off x="556683" y="2381250"/>
            <a:ext cx="1134533" cy="638175"/>
          </a:xfrm>
          <a:prstGeom prst="rect">
            <a:avLst/>
          </a:prstGeom>
        </p:spPr>
      </p:pic>
      <p:sp>
        <p:nvSpPr>
          <p:cNvPr id="10" name="reveal-7">
            <a:extLst>
              <a:ext uri="{FF2B5EF4-FFF2-40B4-BE49-F238E27FC236}">
                <a16:creationId xmlns:a16="http://schemas.microsoft.com/office/drawing/2014/main" id="{75E310FE-27AD-40EB-AE5A-00B61E6DFDC0}"/>
              </a:ext>
            </a:extLst>
          </p:cNvPr>
          <p:cNvSpPr>
            <a:spLocks noGrp="1"/>
          </p:cNvSpPr>
          <p:nvPr/>
        </p:nvSpPr>
        <p:spPr>
          <a:xfrm>
            <a:off x="1952625" y="2476500"/>
            <a:ext cx="3190875"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Top view</a:t>
            </a:r>
          </a:p>
        </p:txBody>
      </p:sp>
      <p:sp>
        <p:nvSpPr>
          <p:cNvPr id="11" name="reveal-8">
            <a:extLst>
              <a:ext uri="{FF2B5EF4-FFF2-40B4-BE49-F238E27FC236}">
                <a16:creationId xmlns:a16="http://schemas.microsoft.com/office/drawing/2014/main" id="{9EADF6E6-6F4F-434D-9B12-2C15CCD2D3E1}"/>
              </a:ext>
            </a:extLst>
          </p:cNvPr>
          <p:cNvSpPr>
            <a:spLocks noGrp="1"/>
          </p:cNvSpPr>
          <p:nvPr/>
        </p:nvSpPr>
        <p:spPr>
          <a:xfrm>
            <a:off x="5524500" y="2476500"/>
            <a:ext cx="6096000" cy="5334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Looks down on the route area</a:t>
            </a:r>
          </a:p>
        </p:txBody>
      </p:sp>
      <p:sp>
        <p:nvSpPr>
          <p:cNvPr id="12" name="background-9">
            <a:extLst>
              <a:ext uri="{FF2B5EF4-FFF2-40B4-BE49-F238E27FC236}">
                <a16:creationId xmlns:a16="http://schemas.microsoft.com/office/drawing/2014/main" id="{30067599-8267-434A-91C5-6B255A1ADA40}"/>
              </a:ext>
            </a:extLst>
          </p:cNvPr>
          <p:cNvSpPr>
            <a:spLocks noGrp="1"/>
          </p:cNvSpPr>
          <p:nvPr/>
        </p:nvSpPr>
        <p:spPr>
          <a:xfrm>
            <a:off x="1952625" y="3009900"/>
            <a:ext cx="9667875" cy="9525"/>
          </a:xfrm>
          <a:prstGeom prst="rect">
            <a:avLst/>
          </a:prstGeom>
          <a:solidFill>
            <a:srgbClr val="435046"/>
          </a:solidFill>
          <a:ln w="0">
            <a:noFill/>
          </a:ln>
        </p:spPr>
      </p:sp>
      <p:pic>
        <p:nvPicPr>
          <p:cNvPr id="13" name="Picture 12">
            <a:extLst>
              <a:ext uri="{FF2B5EF4-FFF2-40B4-BE49-F238E27FC236}">
                <a16:creationId xmlns:a16="http://schemas.microsoft.com/office/drawing/2014/main" id="{7F4AE8EF-76C3-4DBA-A1FD-C91560E69997}"/>
              </a:ext>
            </a:extLst>
          </p:cNvPr>
          <p:cNvPicPr>
            <a:picLocks noChangeAspect="1"/>
          </p:cNvPicPr>
          <p:nvPr/>
        </p:nvPicPr>
        <p:blipFill>
          <a:blip r:embed="rId4"/>
          <a:stretch/>
        </p:blipFill>
        <p:spPr>
          <a:xfrm>
            <a:off x="556683" y="3067050"/>
            <a:ext cx="1134533" cy="638175"/>
          </a:xfrm>
          <a:prstGeom prst="rect">
            <a:avLst/>
          </a:prstGeom>
        </p:spPr>
      </p:pic>
      <p:sp>
        <p:nvSpPr>
          <p:cNvPr id="14" name="reveal-10">
            <a:extLst>
              <a:ext uri="{FF2B5EF4-FFF2-40B4-BE49-F238E27FC236}">
                <a16:creationId xmlns:a16="http://schemas.microsoft.com/office/drawing/2014/main" id="{49870493-75CE-400B-B002-3A94F7CEA838}"/>
              </a:ext>
            </a:extLst>
          </p:cNvPr>
          <p:cNvSpPr>
            <a:spLocks noGrp="1"/>
          </p:cNvSpPr>
          <p:nvPr/>
        </p:nvSpPr>
        <p:spPr>
          <a:xfrm>
            <a:off x="1952625" y="3162300"/>
            <a:ext cx="3190875"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Side view</a:t>
            </a:r>
          </a:p>
        </p:txBody>
      </p:sp>
      <p:sp>
        <p:nvSpPr>
          <p:cNvPr id="15" name="reveal-11">
            <a:extLst>
              <a:ext uri="{FF2B5EF4-FFF2-40B4-BE49-F238E27FC236}">
                <a16:creationId xmlns:a16="http://schemas.microsoft.com/office/drawing/2014/main" id="{3A423347-3FF9-4D7B-BE5D-8E076E660F06}"/>
              </a:ext>
            </a:extLst>
          </p:cNvPr>
          <p:cNvSpPr>
            <a:spLocks noGrp="1"/>
          </p:cNvSpPr>
          <p:nvPr/>
        </p:nvSpPr>
        <p:spPr>
          <a:xfrm>
            <a:off x="5524500" y="3162300"/>
            <a:ext cx="6096000" cy="5334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Shows the curve from an oblique side angle</a:t>
            </a:r>
          </a:p>
        </p:txBody>
      </p:sp>
      <p:sp>
        <p:nvSpPr>
          <p:cNvPr id="16" name="background-12">
            <a:extLst>
              <a:ext uri="{FF2B5EF4-FFF2-40B4-BE49-F238E27FC236}">
                <a16:creationId xmlns:a16="http://schemas.microsoft.com/office/drawing/2014/main" id="{A7FFC400-CCE8-4E03-94EA-28934672303F}"/>
              </a:ext>
            </a:extLst>
          </p:cNvPr>
          <p:cNvSpPr>
            <a:spLocks noGrp="1"/>
          </p:cNvSpPr>
          <p:nvPr/>
        </p:nvSpPr>
        <p:spPr>
          <a:xfrm>
            <a:off x="1952625" y="3695700"/>
            <a:ext cx="9667875" cy="9525"/>
          </a:xfrm>
          <a:prstGeom prst="rect">
            <a:avLst/>
          </a:prstGeom>
          <a:solidFill>
            <a:srgbClr val="435046"/>
          </a:solidFill>
          <a:ln w="0">
            <a:noFill/>
          </a:ln>
        </p:spPr>
      </p:sp>
      <p:pic>
        <p:nvPicPr>
          <p:cNvPr id="17" name="Picture 16">
            <a:extLst>
              <a:ext uri="{FF2B5EF4-FFF2-40B4-BE49-F238E27FC236}">
                <a16:creationId xmlns:a16="http://schemas.microsoft.com/office/drawing/2014/main" id="{42123067-C753-430A-BD99-73474143F996}"/>
              </a:ext>
            </a:extLst>
          </p:cNvPr>
          <p:cNvPicPr>
            <a:picLocks noChangeAspect="1"/>
          </p:cNvPicPr>
          <p:nvPr/>
        </p:nvPicPr>
        <p:blipFill>
          <a:blip r:embed="rId5"/>
          <a:stretch/>
        </p:blipFill>
        <p:spPr>
          <a:xfrm>
            <a:off x="556683" y="3752850"/>
            <a:ext cx="1134533" cy="638175"/>
          </a:xfrm>
          <a:prstGeom prst="rect">
            <a:avLst/>
          </a:prstGeom>
        </p:spPr>
      </p:pic>
      <p:sp>
        <p:nvSpPr>
          <p:cNvPr id="18" name="reveal-13">
            <a:extLst>
              <a:ext uri="{FF2B5EF4-FFF2-40B4-BE49-F238E27FC236}">
                <a16:creationId xmlns:a16="http://schemas.microsoft.com/office/drawing/2014/main" id="{89A01E5F-57A2-4804-B8BC-40AFA57F1365}"/>
              </a:ext>
            </a:extLst>
          </p:cNvPr>
          <p:cNvSpPr>
            <a:spLocks noGrp="1"/>
          </p:cNvSpPr>
          <p:nvPr/>
        </p:nvSpPr>
        <p:spPr>
          <a:xfrm>
            <a:off x="1952625" y="3848100"/>
            <a:ext cx="3190875"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Along route</a:t>
            </a:r>
          </a:p>
        </p:txBody>
      </p:sp>
      <p:sp>
        <p:nvSpPr>
          <p:cNvPr id="19" name="reveal-14">
            <a:extLst>
              <a:ext uri="{FF2B5EF4-FFF2-40B4-BE49-F238E27FC236}">
                <a16:creationId xmlns:a16="http://schemas.microsoft.com/office/drawing/2014/main" id="{D53AE744-3877-4B31-BCF9-0E1142E6DF1F}"/>
              </a:ext>
            </a:extLst>
          </p:cNvPr>
          <p:cNvSpPr>
            <a:spLocks noGrp="1"/>
          </p:cNvSpPr>
          <p:nvPr/>
        </p:nvSpPr>
        <p:spPr>
          <a:xfrm>
            <a:off x="5524500" y="3848100"/>
            <a:ext cx="6096000" cy="5334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Turns the camera to look along the airport connection</a:t>
            </a:r>
          </a:p>
        </p:txBody>
      </p:sp>
      <p:sp>
        <p:nvSpPr>
          <p:cNvPr id="20" name="background-15">
            <a:extLst>
              <a:ext uri="{FF2B5EF4-FFF2-40B4-BE49-F238E27FC236}">
                <a16:creationId xmlns:a16="http://schemas.microsoft.com/office/drawing/2014/main" id="{1E57432A-81C6-4E74-B387-E7D950DA67FB}"/>
              </a:ext>
            </a:extLst>
          </p:cNvPr>
          <p:cNvSpPr>
            <a:spLocks noGrp="1"/>
          </p:cNvSpPr>
          <p:nvPr/>
        </p:nvSpPr>
        <p:spPr>
          <a:xfrm>
            <a:off x="1952625" y="4381500"/>
            <a:ext cx="9667875" cy="9525"/>
          </a:xfrm>
          <a:prstGeom prst="rect">
            <a:avLst/>
          </a:prstGeom>
          <a:solidFill>
            <a:srgbClr val="435046"/>
          </a:solidFill>
          <a:ln w="0">
            <a:noFill/>
          </a:ln>
        </p:spPr>
      </p:sp>
      <p:pic>
        <p:nvPicPr>
          <p:cNvPr id="21" name="Picture 20">
            <a:extLst>
              <a:ext uri="{FF2B5EF4-FFF2-40B4-BE49-F238E27FC236}">
                <a16:creationId xmlns:a16="http://schemas.microsoft.com/office/drawing/2014/main" id="{ACFFE4C1-BD5E-4AA2-B334-2B1D5590F4B7}"/>
              </a:ext>
            </a:extLst>
          </p:cNvPr>
          <p:cNvPicPr>
            <a:picLocks noChangeAspect="1"/>
          </p:cNvPicPr>
          <p:nvPr/>
        </p:nvPicPr>
        <p:blipFill>
          <a:blip r:embed="rId6"/>
          <a:stretch/>
        </p:blipFill>
        <p:spPr>
          <a:xfrm>
            <a:off x="556683" y="4438650"/>
            <a:ext cx="1134533" cy="638175"/>
          </a:xfrm>
          <a:prstGeom prst="rect">
            <a:avLst/>
          </a:prstGeom>
        </p:spPr>
      </p:pic>
      <p:sp>
        <p:nvSpPr>
          <p:cNvPr id="22" name="reveal-16">
            <a:extLst>
              <a:ext uri="{FF2B5EF4-FFF2-40B4-BE49-F238E27FC236}">
                <a16:creationId xmlns:a16="http://schemas.microsoft.com/office/drawing/2014/main" id="{58BDB772-0EBF-4DA2-BDDB-4976B9B93E5F}"/>
              </a:ext>
            </a:extLst>
          </p:cNvPr>
          <p:cNvSpPr>
            <a:spLocks noGrp="1"/>
          </p:cNvSpPr>
          <p:nvPr/>
        </p:nvSpPr>
        <p:spPr>
          <a:xfrm>
            <a:off x="1952625" y="4533900"/>
            <a:ext cx="3190875"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World view</a:t>
            </a:r>
          </a:p>
        </p:txBody>
      </p:sp>
      <p:sp>
        <p:nvSpPr>
          <p:cNvPr id="23" name="reveal-17">
            <a:extLst>
              <a:ext uri="{FF2B5EF4-FFF2-40B4-BE49-F238E27FC236}">
                <a16:creationId xmlns:a16="http://schemas.microsoft.com/office/drawing/2014/main" id="{2497198E-2C4B-47F2-ABBB-168C85619D13}"/>
              </a:ext>
            </a:extLst>
          </p:cNvPr>
          <p:cNvSpPr>
            <a:spLocks noGrp="1"/>
          </p:cNvSpPr>
          <p:nvPr/>
        </p:nvSpPr>
        <p:spPr>
          <a:xfrm>
            <a:off x="5524500" y="4533900"/>
            <a:ext cx="6096000" cy="5334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Fits the entire globe</a:t>
            </a:r>
          </a:p>
        </p:txBody>
      </p:sp>
      <p:sp>
        <p:nvSpPr>
          <p:cNvPr id="24" name="background-18">
            <a:extLst>
              <a:ext uri="{FF2B5EF4-FFF2-40B4-BE49-F238E27FC236}">
                <a16:creationId xmlns:a16="http://schemas.microsoft.com/office/drawing/2014/main" id="{1D41AC91-6323-4CCE-9AFD-2DA5D5496C15}"/>
              </a:ext>
            </a:extLst>
          </p:cNvPr>
          <p:cNvSpPr>
            <a:spLocks noGrp="1"/>
          </p:cNvSpPr>
          <p:nvPr/>
        </p:nvSpPr>
        <p:spPr>
          <a:xfrm>
            <a:off x="1952625" y="5067300"/>
            <a:ext cx="9667875" cy="9525"/>
          </a:xfrm>
          <a:prstGeom prst="rect">
            <a:avLst/>
          </a:prstGeom>
          <a:solidFill>
            <a:srgbClr val="435046"/>
          </a:solidFill>
          <a:ln w="0">
            <a:noFill/>
          </a:ln>
        </p:spPr>
      </p:sp>
      <p:sp>
        <p:nvSpPr>
          <p:cNvPr id="25" name="reveal-19">
            <a:extLst>
              <a:ext uri="{FF2B5EF4-FFF2-40B4-BE49-F238E27FC236}">
                <a16:creationId xmlns:a16="http://schemas.microsoft.com/office/drawing/2014/main" id="{F57768C2-830B-40CF-B7CB-93F38BC4E462}"/>
              </a:ext>
            </a:extLst>
          </p:cNvPr>
          <p:cNvSpPr>
            <a:spLocks noGrp="1"/>
          </p:cNvSpPr>
          <p:nvPr/>
        </p:nvSpPr>
        <p:spPr>
          <a:xfrm>
            <a:off x="1952625" y="5219700"/>
            <a:ext cx="3190875" cy="4762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Follow aircraft</a:t>
            </a:r>
          </a:p>
        </p:txBody>
      </p:sp>
      <p:sp>
        <p:nvSpPr>
          <p:cNvPr id="26" name="reveal-20">
            <a:extLst>
              <a:ext uri="{FF2B5EF4-FFF2-40B4-BE49-F238E27FC236}">
                <a16:creationId xmlns:a16="http://schemas.microsoft.com/office/drawing/2014/main" id="{C12E777A-E335-44AA-A552-C0E72EA0944B}"/>
              </a:ext>
            </a:extLst>
          </p:cNvPr>
          <p:cNvSpPr>
            <a:spLocks noGrp="1"/>
          </p:cNvSpPr>
          <p:nvPr/>
        </p:nvSpPr>
        <p:spPr>
          <a:xfrm>
            <a:off x="5524500" y="5219700"/>
            <a:ext cx="6096000" cy="533400"/>
          </a:xfrm>
          <a:prstGeom prst="rect">
            <a:avLst/>
          </a:prstGeom>
          <a:noFill/>
          <a:ln w="0">
            <a:noFill/>
          </a:ln>
        </p:spPr>
        <p:txBody>
          <a:bodyPr wrap="square" lIns="0" tIns="0" rIns="0" bIns="0" anchor="t">
            <a:noAutofit/>
          </a:bodyPr>
          <a:lstStyle>
            <a:defPPr>
              <a:defRPr sz="1950" b="0">
                <a:solidFill>
                  <a:srgbClr val="F4F1E9"/>
                </a:solidFill>
                <a:latin typeface="Arial"/>
                <a:ea typeface="Arial"/>
                <a:cs typeface="Arial"/>
              </a:defRPr>
            </a:defPPr>
            <a:lvl1pPr>
              <a:defRPr sz="1950" b="0">
                <a:solidFill>
                  <a:srgbClr val="F4F1E9"/>
                </a:solidFill>
                <a:latin typeface="Arial"/>
                <a:ea typeface="Arial"/>
                <a:cs typeface="Arial"/>
              </a:defRPr>
            </a:lvl1pPr>
            <a:lvl2pPr>
              <a:defRPr sz="1950" b="0">
                <a:solidFill>
                  <a:srgbClr val="F4F1E9"/>
                </a:solidFill>
                <a:latin typeface="Arial"/>
                <a:ea typeface="Arial"/>
                <a:cs typeface="Arial"/>
              </a:defRPr>
            </a:lvl2pPr>
            <a:lvl3pPr>
              <a:defRPr sz="1950" b="0">
                <a:solidFill>
                  <a:srgbClr val="F4F1E9"/>
                </a:solidFill>
                <a:latin typeface="Arial"/>
                <a:ea typeface="Arial"/>
                <a:cs typeface="Arial"/>
              </a:defRPr>
            </a:lvl3pPr>
            <a:lvl4pPr>
              <a:defRPr sz="1950" b="0">
                <a:solidFill>
                  <a:srgbClr val="F4F1E9"/>
                </a:solidFill>
                <a:latin typeface="Arial"/>
                <a:ea typeface="Arial"/>
                <a:cs typeface="Arial"/>
              </a:defRPr>
            </a:lvl4pPr>
            <a:lvl5pPr>
              <a:defRPr sz="1950" b="0">
                <a:solidFill>
                  <a:srgbClr val="F4F1E9"/>
                </a:solidFill>
                <a:latin typeface="Arial"/>
                <a:ea typeface="Arial"/>
                <a:cs typeface="Arial"/>
              </a:defRPr>
            </a:lvl5pPr>
            <a:lvl6pPr>
              <a:defRPr sz="1950" b="0">
                <a:solidFill>
                  <a:srgbClr val="F4F1E9"/>
                </a:solidFill>
                <a:latin typeface="Arial"/>
                <a:ea typeface="Arial"/>
                <a:cs typeface="Arial"/>
              </a:defRPr>
            </a:lvl6pPr>
            <a:lvl7pPr>
              <a:defRPr sz="1950" b="0">
                <a:solidFill>
                  <a:srgbClr val="F4F1E9"/>
                </a:solidFill>
                <a:latin typeface="Arial"/>
                <a:ea typeface="Arial"/>
                <a:cs typeface="Arial"/>
              </a:defRPr>
            </a:lvl7pPr>
            <a:lvl8pPr>
              <a:defRPr sz="1950" b="0">
                <a:solidFill>
                  <a:srgbClr val="F4F1E9"/>
                </a:solidFill>
                <a:latin typeface="Arial"/>
                <a:ea typeface="Arial"/>
                <a:cs typeface="Arial"/>
              </a:defRPr>
            </a:lvl8pPr>
            <a:lvl9pPr>
              <a:defRPr sz="1950" b="0">
                <a:solidFill>
                  <a:srgbClr val="F4F1E9"/>
                </a:solidFill>
                <a:latin typeface="Arial"/>
                <a:ea typeface="Arial"/>
                <a:cs typeface="Arial"/>
              </a:defRPr>
            </a:lvl9pPr>
          </a:lstStyle>
          <a:p>
            <a:pPr>
              <a:defRPr sz="1950" b="0">
                <a:solidFill>
                  <a:srgbClr val="F4F1E9"/>
                </a:solidFill>
                <a:latin typeface="Arial"/>
                <a:ea typeface="Arial"/>
                <a:cs typeface="Arial"/>
              </a:defRPr>
            </a:pPr>
            <a:r>
              <a:rPr sz="1950" b="0">
                <a:solidFill>
                  <a:srgbClr val="F4F1E9"/>
                </a:solidFill>
                <a:latin typeface="Arial"/>
                <a:ea typeface="Arial"/>
                <a:cs typeface="Arial"/>
              </a:rPr>
              <a:t>Keeps the camera near the aircraft</a:t>
            </a:r>
          </a:p>
        </p:txBody>
      </p:sp>
      <p:sp>
        <p:nvSpPr>
          <p:cNvPr id="27" name="background-21">
            <a:extLst>
              <a:ext uri="{FF2B5EF4-FFF2-40B4-BE49-F238E27FC236}">
                <a16:creationId xmlns:a16="http://schemas.microsoft.com/office/drawing/2014/main" id="{AE3F21F2-3366-4FDD-AFF7-D84277E4513E}"/>
              </a:ext>
            </a:extLst>
          </p:cNvPr>
          <p:cNvSpPr>
            <a:spLocks noGrp="1"/>
          </p:cNvSpPr>
          <p:nvPr/>
        </p:nvSpPr>
        <p:spPr>
          <a:xfrm>
            <a:off x="1952625" y="5753100"/>
            <a:ext cx="9667875" cy="9525"/>
          </a:xfrm>
          <a:prstGeom prst="rect">
            <a:avLst/>
          </a:prstGeom>
          <a:solidFill>
            <a:srgbClr val="435046"/>
          </a:solidFill>
          <a:ln w="0">
            <a:noFill/>
          </a:ln>
        </p:spPr>
      </p:sp>
      <p:sp>
        <p:nvSpPr>
          <p:cNvPr id="28" name="body-4-22">
            <a:extLst>
              <a:ext uri="{FF2B5EF4-FFF2-40B4-BE49-F238E27FC236}">
                <a16:creationId xmlns:a16="http://schemas.microsoft.com/office/drawing/2014/main" id="{B403FF26-5689-4EE9-8988-F3E12D62D554}"/>
              </a:ext>
            </a:extLst>
          </p:cNvPr>
          <p:cNvSpPr>
            <a:spLocks noGrp="1"/>
          </p:cNvSpPr>
          <p:nvPr/>
        </p:nvSpPr>
        <p:spPr>
          <a:xfrm>
            <a:off x="552450" y="6419850"/>
            <a:ext cx="9953625" cy="304800"/>
          </a:xfrm>
          <a:prstGeom prst="rect">
            <a:avLst/>
          </a:prstGeom>
          <a:noFill/>
          <a:ln w="0">
            <a:noFill/>
          </a:ln>
        </p:spPr>
        <p:txBody>
          <a:bodyPr wrap="square" lIns="0" tIns="0" rIns="0" bIns="0" anchor="t">
            <a:noAutofit/>
          </a:bodyPr>
          <a:lstStyle>
            <a:defPPr>
              <a:defRPr sz="1350" b="0">
                <a:solidFill>
                  <a:srgbClr val="F4F1E9"/>
                </a:solidFill>
                <a:latin typeface="Arial"/>
                <a:ea typeface="Arial"/>
                <a:cs typeface="Arial"/>
              </a:defRPr>
            </a:defPPr>
            <a:lvl1pPr>
              <a:defRPr sz="1350" b="0">
                <a:solidFill>
                  <a:srgbClr val="F4F1E9"/>
                </a:solidFill>
                <a:latin typeface="Arial"/>
                <a:ea typeface="Arial"/>
                <a:cs typeface="Arial"/>
              </a:defRPr>
            </a:lvl1pPr>
            <a:lvl2pPr>
              <a:defRPr sz="1350" b="0">
                <a:solidFill>
                  <a:srgbClr val="F4F1E9"/>
                </a:solidFill>
                <a:latin typeface="Arial"/>
                <a:ea typeface="Arial"/>
                <a:cs typeface="Arial"/>
              </a:defRPr>
            </a:lvl2pPr>
            <a:lvl3pPr>
              <a:defRPr sz="1350" b="0">
                <a:solidFill>
                  <a:srgbClr val="F4F1E9"/>
                </a:solidFill>
                <a:latin typeface="Arial"/>
                <a:ea typeface="Arial"/>
                <a:cs typeface="Arial"/>
              </a:defRPr>
            </a:lvl3pPr>
            <a:lvl4pPr>
              <a:defRPr sz="1350" b="0">
                <a:solidFill>
                  <a:srgbClr val="F4F1E9"/>
                </a:solidFill>
                <a:latin typeface="Arial"/>
                <a:ea typeface="Arial"/>
                <a:cs typeface="Arial"/>
              </a:defRPr>
            </a:lvl4pPr>
            <a:lvl5pPr>
              <a:defRPr sz="1350" b="0">
                <a:solidFill>
                  <a:srgbClr val="F4F1E9"/>
                </a:solidFill>
                <a:latin typeface="Arial"/>
                <a:ea typeface="Arial"/>
                <a:cs typeface="Arial"/>
              </a:defRPr>
            </a:lvl5pPr>
            <a:lvl6pPr>
              <a:defRPr sz="1350" b="0">
                <a:solidFill>
                  <a:srgbClr val="F4F1E9"/>
                </a:solidFill>
                <a:latin typeface="Arial"/>
                <a:ea typeface="Arial"/>
                <a:cs typeface="Arial"/>
              </a:defRPr>
            </a:lvl6pPr>
            <a:lvl7pPr>
              <a:defRPr sz="1350" b="0">
                <a:solidFill>
                  <a:srgbClr val="F4F1E9"/>
                </a:solidFill>
                <a:latin typeface="Arial"/>
                <a:ea typeface="Arial"/>
                <a:cs typeface="Arial"/>
              </a:defRPr>
            </a:lvl7pPr>
            <a:lvl8pPr>
              <a:defRPr sz="1350" b="0">
                <a:solidFill>
                  <a:srgbClr val="F4F1E9"/>
                </a:solidFill>
                <a:latin typeface="Arial"/>
                <a:ea typeface="Arial"/>
                <a:cs typeface="Arial"/>
              </a:defRPr>
            </a:lvl8pPr>
            <a:lvl9pPr>
              <a:defRPr sz="1350" b="0">
                <a:solidFill>
                  <a:srgbClr val="F4F1E9"/>
                </a:solidFill>
                <a:latin typeface="Arial"/>
                <a:ea typeface="Arial"/>
                <a:cs typeface="Arial"/>
              </a:defRPr>
            </a:lvl9pPr>
          </a:lstStyle>
          <a:p>
            <a:pPr>
              <a:defRPr sz="1350" b="0">
                <a:solidFill>
                  <a:srgbClr val="F4F1E9"/>
                </a:solidFill>
                <a:latin typeface="Arial"/>
                <a:ea typeface="Arial"/>
                <a:cs typeface="Arial"/>
              </a:defRPr>
            </a:pPr>
            <a:r>
              <a:rPr sz="1350" b="0">
                <a:solidFill>
                  <a:srgbClr val="F4F1E9"/>
                </a:solidFill>
                <a:latin typeface="Arial"/>
                <a:ea typeface="Arial"/>
                <a:cs typeface="Arial"/>
              </a:rPr>
              <a:t>Airport coordinates define the route. Camera controls change only how we look at it.</a:t>
            </a:r>
          </a:p>
        </p:txBody>
      </p:sp>
    </p:spTree>
    <p:extLst>
      <p:ext uri="{BB962C8B-B14F-4D97-AF65-F5344CB8AC3E}">
        <p14:creationId xmlns:p14="http://schemas.microsoft.com/office/powerpoint/2010/main" val="1747342610"/>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par>
                                <p:cTn id="16" presetID="53" presetClass="entr" presetSubtype="16"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600" fill="hold"/>
                                        <p:tgtEl>
                                          <p:spTgt spid="9"/>
                                        </p:tgtEl>
                                        <p:attrNameLst>
                                          <p:attrName>ppt_w</p:attrName>
                                        </p:attrNameLst>
                                      </p:cBhvr>
                                      <p:tavLst>
                                        <p:tav tm="0">
                                          <p:val>
                                            <p:fltVal val="0"/>
                                          </p:val>
                                        </p:tav>
                                        <p:tav tm="100000">
                                          <p:val>
                                            <p:strVal val="#ppt_w"/>
                                          </p:val>
                                        </p:tav>
                                      </p:tavLst>
                                    </p:anim>
                                    <p:anim calcmode="lin" valueType="num">
                                      <p:cBhvr>
                                        <p:cTn id="19" dur="600" fill="hold"/>
                                        <p:tgtEl>
                                          <p:spTgt spid="9"/>
                                        </p:tgtEl>
                                        <p:attrNameLst>
                                          <p:attrName>ppt_h</p:attrName>
                                        </p:attrNameLst>
                                      </p:cBhvr>
                                      <p:tavLst>
                                        <p:tav tm="0">
                                          <p:val>
                                            <p:fltVal val="0"/>
                                          </p:val>
                                        </p:tav>
                                        <p:tav tm="100000">
                                          <p:val>
                                            <p:strVal val="#ppt_h"/>
                                          </p:val>
                                        </p:tav>
                                      </p:tavLst>
                                    </p:anim>
                                    <p:animEffect transition="in" filter="fade">
                                      <p:cBhvr>
                                        <p:cTn id="20" dur="600"/>
                                        <p:tgtEl>
                                          <p:spTgt spid="9"/>
                                        </p:tgtEl>
                                      </p:cBhvr>
                                    </p:animEffect>
                                  </p:childTnLst>
                                </p:cTn>
                              </p:par>
                            </p:childTnLst>
                          </p:cTn>
                        </p:par>
                        <p:par>
                          <p:cTn id="21" fill="hold">
                            <p:stCondLst>
                              <p:cond delay="113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30"/>
                                        <p:tgtEl>
                                          <p:spTgt spid="10"/>
                                        </p:tgtEl>
                                      </p:cBhvr>
                                    </p:animEffect>
                                  </p:childTnLst>
                                </p:cTn>
                              </p:par>
                            </p:childTnLst>
                          </p:cTn>
                        </p:par>
                        <p:par>
                          <p:cTn id="25" fill="hold">
                            <p:stCondLst>
                              <p:cond delay="126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30"/>
                                        <p:tgtEl>
                                          <p:spTgt spid="11"/>
                                        </p:tgtEl>
                                      </p:cBhvr>
                                    </p:animEffect>
                                  </p:childTnLst>
                                </p:cTn>
                              </p:par>
                              <p:par>
                                <p:cTn id="29" presetID="53" presetClass="entr" presetSubtype="16"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600" fill="hold"/>
                                        <p:tgtEl>
                                          <p:spTgt spid="13"/>
                                        </p:tgtEl>
                                        <p:attrNameLst>
                                          <p:attrName>ppt_w</p:attrName>
                                        </p:attrNameLst>
                                      </p:cBhvr>
                                      <p:tavLst>
                                        <p:tav tm="0">
                                          <p:val>
                                            <p:fltVal val="0"/>
                                          </p:val>
                                        </p:tav>
                                        <p:tav tm="100000">
                                          <p:val>
                                            <p:strVal val="#ppt_w"/>
                                          </p:val>
                                        </p:tav>
                                      </p:tavLst>
                                    </p:anim>
                                    <p:anim calcmode="lin" valueType="num">
                                      <p:cBhvr>
                                        <p:cTn id="32" dur="600" fill="hold"/>
                                        <p:tgtEl>
                                          <p:spTgt spid="13"/>
                                        </p:tgtEl>
                                        <p:attrNameLst>
                                          <p:attrName>ppt_h</p:attrName>
                                        </p:attrNameLst>
                                      </p:cBhvr>
                                      <p:tavLst>
                                        <p:tav tm="0">
                                          <p:val>
                                            <p:fltVal val="0"/>
                                          </p:val>
                                        </p:tav>
                                        <p:tav tm="100000">
                                          <p:val>
                                            <p:strVal val="#ppt_h"/>
                                          </p:val>
                                        </p:tav>
                                      </p:tavLst>
                                    </p:anim>
                                    <p:animEffect transition="in" filter="fade">
                                      <p:cBhvr>
                                        <p:cTn id="33" dur="600"/>
                                        <p:tgtEl>
                                          <p:spTgt spid="13"/>
                                        </p:tgtEl>
                                      </p:cBhvr>
                                    </p:animEffect>
                                  </p:childTnLst>
                                </p:cTn>
                              </p:par>
                            </p:childTnLst>
                          </p:cTn>
                        </p:par>
                        <p:par>
                          <p:cTn id="34" fill="hold">
                            <p:stCondLst>
                              <p:cond delay="186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30"/>
                                        <p:tgtEl>
                                          <p:spTgt spid="14"/>
                                        </p:tgtEl>
                                      </p:cBhvr>
                                    </p:animEffect>
                                  </p:childTnLst>
                                </p:cTn>
                              </p:par>
                            </p:childTnLst>
                          </p:cTn>
                        </p:par>
                        <p:par>
                          <p:cTn id="38" fill="hold">
                            <p:stCondLst>
                              <p:cond delay="1990"/>
                            </p:stCondLst>
                            <p:childTnLst>
                              <p:par>
                                <p:cTn id="39" presetID="10"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30"/>
                                        <p:tgtEl>
                                          <p:spTgt spid="15"/>
                                        </p:tgtEl>
                                      </p:cBhvr>
                                    </p:animEffect>
                                  </p:childTnLst>
                                </p:cTn>
                              </p:par>
                              <p:par>
                                <p:cTn id="42" presetID="53" presetClass="entr" presetSubtype="16"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600" fill="hold"/>
                                        <p:tgtEl>
                                          <p:spTgt spid="17"/>
                                        </p:tgtEl>
                                        <p:attrNameLst>
                                          <p:attrName>ppt_w</p:attrName>
                                        </p:attrNameLst>
                                      </p:cBhvr>
                                      <p:tavLst>
                                        <p:tav tm="0">
                                          <p:val>
                                            <p:fltVal val="0"/>
                                          </p:val>
                                        </p:tav>
                                        <p:tav tm="100000">
                                          <p:val>
                                            <p:strVal val="#ppt_w"/>
                                          </p:val>
                                        </p:tav>
                                      </p:tavLst>
                                    </p:anim>
                                    <p:anim calcmode="lin" valueType="num">
                                      <p:cBhvr>
                                        <p:cTn id="45" dur="600" fill="hold"/>
                                        <p:tgtEl>
                                          <p:spTgt spid="17"/>
                                        </p:tgtEl>
                                        <p:attrNameLst>
                                          <p:attrName>ppt_h</p:attrName>
                                        </p:attrNameLst>
                                      </p:cBhvr>
                                      <p:tavLst>
                                        <p:tav tm="0">
                                          <p:val>
                                            <p:fltVal val="0"/>
                                          </p:val>
                                        </p:tav>
                                        <p:tav tm="100000">
                                          <p:val>
                                            <p:strVal val="#ppt_h"/>
                                          </p:val>
                                        </p:tav>
                                      </p:tavLst>
                                    </p:anim>
                                    <p:animEffect transition="in" filter="fade">
                                      <p:cBhvr>
                                        <p:cTn id="46" dur="600"/>
                                        <p:tgtEl>
                                          <p:spTgt spid="17"/>
                                        </p:tgtEl>
                                      </p:cBhvr>
                                    </p:animEffect>
                                  </p:childTnLst>
                                </p:cTn>
                              </p:par>
                            </p:childTnLst>
                          </p:cTn>
                        </p:par>
                        <p:par>
                          <p:cTn id="47" fill="hold">
                            <p:stCondLst>
                              <p:cond delay="2590"/>
                            </p:stCondLst>
                            <p:childTnLst>
                              <p:par>
                                <p:cTn id="48" presetID="10"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30"/>
                                        <p:tgtEl>
                                          <p:spTgt spid="18"/>
                                        </p:tgtEl>
                                      </p:cBhvr>
                                    </p:animEffect>
                                  </p:childTnLst>
                                </p:cTn>
                              </p:par>
                            </p:childTnLst>
                          </p:cTn>
                        </p:par>
                        <p:par>
                          <p:cTn id="51" fill="hold">
                            <p:stCondLst>
                              <p:cond delay="2720"/>
                            </p:stCondLst>
                            <p:childTnLst>
                              <p:par>
                                <p:cTn id="52" presetID="10" presetClass="entr" presetSubtype="0"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130"/>
                                        <p:tgtEl>
                                          <p:spTgt spid="19"/>
                                        </p:tgtEl>
                                      </p:cBhvr>
                                    </p:animEffect>
                                  </p:childTnLst>
                                </p:cTn>
                              </p:par>
                              <p:par>
                                <p:cTn id="55" presetID="53" presetClass="entr" presetSubtype="16"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p:cTn id="57" dur="600" fill="hold"/>
                                        <p:tgtEl>
                                          <p:spTgt spid="21"/>
                                        </p:tgtEl>
                                        <p:attrNameLst>
                                          <p:attrName>ppt_w</p:attrName>
                                        </p:attrNameLst>
                                      </p:cBhvr>
                                      <p:tavLst>
                                        <p:tav tm="0">
                                          <p:val>
                                            <p:fltVal val="0"/>
                                          </p:val>
                                        </p:tav>
                                        <p:tav tm="100000">
                                          <p:val>
                                            <p:strVal val="#ppt_w"/>
                                          </p:val>
                                        </p:tav>
                                      </p:tavLst>
                                    </p:anim>
                                    <p:anim calcmode="lin" valueType="num">
                                      <p:cBhvr>
                                        <p:cTn id="58" dur="600" fill="hold"/>
                                        <p:tgtEl>
                                          <p:spTgt spid="21"/>
                                        </p:tgtEl>
                                        <p:attrNameLst>
                                          <p:attrName>ppt_h</p:attrName>
                                        </p:attrNameLst>
                                      </p:cBhvr>
                                      <p:tavLst>
                                        <p:tav tm="0">
                                          <p:val>
                                            <p:fltVal val="0"/>
                                          </p:val>
                                        </p:tav>
                                        <p:tav tm="100000">
                                          <p:val>
                                            <p:strVal val="#ppt_h"/>
                                          </p:val>
                                        </p:tav>
                                      </p:tavLst>
                                    </p:anim>
                                    <p:animEffect transition="in" filter="fade">
                                      <p:cBhvr>
                                        <p:cTn id="59" dur="600"/>
                                        <p:tgtEl>
                                          <p:spTgt spid="21"/>
                                        </p:tgtEl>
                                      </p:cBhvr>
                                    </p:animEffect>
                                  </p:childTnLst>
                                </p:cTn>
                              </p:par>
                            </p:childTnLst>
                          </p:cTn>
                        </p:par>
                        <p:par>
                          <p:cTn id="60" fill="hold">
                            <p:stCondLst>
                              <p:cond delay="3320"/>
                            </p:stCondLst>
                            <p:childTnLst>
                              <p:par>
                                <p:cTn id="61" presetID="10" presetClass="entr" presetSubtype="0" fill="hold" grpId="0"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130"/>
                                        <p:tgtEl>
                                          <p:spTgt spid="22"/>
                                        </p:tgtEl>
                                      </p:cBhvr>
                                    </p:animEffect>
                                  </p:childTnLst>
                                </p:cTn>
                              </p:par>
                            </p:childTnLst>
                          </p:cTn>
                        </p:par>
                        <p:par>
                          <p:cTn id="64" fill="hold">
                            <p:stCondLst>
                              <p:cond delay="345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130"/>
                                        <p:tgtEl>
                                          <p:spTgt spid="23"/>
                                        </p:tgtEl>
                                      </p:cBhvr>
                                    </p:animEffect>
                                  </p:childTnLst>
                                </p:cTn>
                              </p:par>
                            </p:childTnLst>
                          </p:cTn>
                        </p:par>
                        <p:par>
                          <p:cTn id="68" fill="hold">
                            <p:stCondLst>
                              <p:cond delay="3580"/>
                            </p:stCondLst>
                            <p:childTnLst>
                              <p:par>
                                <p:cTn id="69" presetID="10"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130"/>
                                        <p:tgtEl>
                                          <p:spTgt spid="25"/>
                                        </p:tgtEl>
                                      </p:cBhvr>
                                    </p:animEffect>
                                  </p:childTnLst>
                                </p:cTn>
                              </p:par>
                            </p:childTnLst>
                          </p:cTn>
                        </p:par>
                        <p:par>
                          <p:cTn id="72" fill="hold">
                            <p:stCondLst>
                              <p:cond delay="3710"/>
                            </p:stCondLst>
                            <p:childTnLst>
                              <p:par>
                                <p:cTn id="73" presetID="10" presetClass="entr" presetSubtype="0" fill="hold" grpId="0" nodeType="after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130"/>
                                        <p:tgtEl>
                                          <p:spTgt spid="26"/>
                                        </p:tgtEl>
                                      </p:cBhvr>
                                    </p:animEffect>
                                  </p:childTnLst>
                                </p:cTn>
                              </p:par>
                            </p:childTnLst>
                          </p:cTn>
                        </p:par>
                        <p:par>
                          <p:cTn id="76" fill="hold">
                            <p:stCondLst>
                              <p:cond delay="3840"/>
                            </p:stCondLst>
                            <p:childTnLst>
                              <p:par>
                                <p:cTn id="77" presetID="10" presetClass="entr" presetSubtype="0"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13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4" grpId="0"/>
      <p:bldP spid="15" grpId="0"/>
      <p:bldP spid="18" grpId="0"/>
      <p:bldP spid="19" grpId="0"/>
      <p:bldP spid="22" grpId="0"/>
      <p:bldP spid="23" grpId="0"/>
      <p:bldP spid="25" grpId="0"/>
      <p:bldP spid="26"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4542B3B4-1978-44F2-BA49-DCADE087FF84}"/>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33F6047B-14B5-42BC-B25C-D82246239EE4}"/>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9B70CDDE-5CAF-4F9F-9D4C-326EE4F9A5C4}"/>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08 / 12</a:t>
            </a:r>
          </a:p>
        </p:txBody>
      </p:sp>
      <p:sp>
        <p:nvSpPr>
          <p:cNvPr id="5" name="title-1-3">
            <a:extLst>
              <a:ext uri="{FF2B5EF4-FFF2-40B4-BE49-F238E27FC236}">
                <a16:creationId xmlns:a16="http://schemas.microsoft.com/office/drawing/2014/main" id="{AC6E3D9B-67EC-4EDB-AB64-1E745DD4C635}"/>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Airport film and Blender models</a:t>
            </a:r>
          </a:p>
        </p:txBody>
      </p:sp>
      <p:sp>
        <p:nvSpPr>
          <p:cNvPr id="6" name="background-4">
            <a:extLst>
              <a:ext uri="{FF2B5EF4-FFF2-40B4-BE49-F238E27FC236}">
                <a16:creationId xmlns:a16="http://schemas.microsoft.com/office/drawing/2014/main" id="{EEC10927-A0E1-440A-BC6A-F197D60BA3D1}"/>
              </a:ext>
            </a:extLst>
          </p:cNvPr>
          <p:cNvSpPr>
            <a:spLocks noGrp="1"/>
          </p:cNvSpPr>
          <p:nvPr/>
        </p:nvSpPr>
        <p:spPr>
          <a:xfrm>
            <a:off x="552450" y="6257925"/>
            <a:ext cx="9906000" cy="9525"/>
          </a:xfrm>
          <a:prstGeom prst="rect">
            <a:avLst/>
          </a:prstGeom>
          <a:solidFill>
            <a:srgbClr val="D4D9CE"/>
          </a:solidFill>
          <a:ln w="0">
            <a:noFill/>
          </a:ln>
        </p:spPr>
      </p:sp>
      <p:pic>
        <p:nvPicPr>
          <p:cNvPr id="7" name="Picture 6">
            <a:extLst>
              <a:ext uri="{FF2B5EF4-FFF2-40B4-BE49-F238E27FC236}">
                <a16:creationId xmlns:a16="http://schemas.microsoft.com/office/drawing/2014/main" id="{132BFEC9-2972-449C-8EFE-B79A8B870F93}"/>
              </a:ext>
            </a:extLst>
          </p:cNvPr>
          <p:cNvPicPr>
            <a:picLocks noChangeAspect="1"/>
          </p:cNvPicPr>
          <p:nvPr/>
        </p:nvPicPr>
        <p:blipFill>
          <a:blip r:embed="rId3"/>
          <a:stretch/>
        </p:blipFill>
        <p:spPr>
          <a:xfrm>
            <a:off x="294217" y="1885950"/>
            <a:ext cx="7603067" cy="4276725"/>
          </a:xfrm>
          <a:prstGeom prst="rect">
            <a:avLst/>
          </a:prstGeom>
        </p:spPr>
      </p:pic>
      <p:sp>
        <p:nvSpPr>
          <p:cNvPr id="8" name="reveal-4-5">
            <a:extLst>
              <a:ext uri="{FF2B5EF4-FFF2-40B4-BE49-F238E27FC236}">
                <a16:creationId xmlns:a16="http://schemas.microsoft.com/office/drawing/2014/main" id="{1B490231-EF04-49B6-9B46-67E997592CCC}"/>
              </a:ext>
            </a:extLst>
          </p:cNvPr>
          <p:cNvSpPr>
            <a:spLocks noGrp="1"/>
          </p:cNvSpPr>
          <p:nvPr/>
        </p:nvSpPr>
        <p:spPr>
          <a:xfrm>
            <a:off x="8248650" y="2038350"/>
            <a:ext cx="3381375" cy="43815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Blender to browser</a:t>
            </a:r>
          </a:p>
        </p:txBody>
      </p:sp>
      <p:sp>
        <p:nvSpPr>
          <p:cNvPr id="9" name="reveal-5-6">
            <a:extLst>
              <a:ext uri="{FF2B5EF4-FFF2-40B4-BE49-F238E27FC236}">
                <a16:creationId xmlns:a16="http://schemas.microsoft.com/office/drawing/2014/main" id="{53F49775-EED2-4C9E-9941-5C9559EA8AAD}"/>
              </a:ext>
            </a:extLst>
          </p:cNvPr>
          <p:cNvSpPr>
            <a:spLocks noGrp="1"/>
          </p:cNvSpPr>
          <p:nvPr/>
        </p:nvSpPr>
        <p:spPr>
          <a:xfrm>
            <a:off x="8248650" y="2581275"/>
            <a:ext cx="3381375" cy="1257300"/>
          </a:xfrm>
          <a:prstGeom prst="rect">
            <a:avLst/>
          </a:prstGeom>
          <a:noFill/>
          <a:ln w="0">
            <a:noFill/>
          </a:ln>
        </p:spPr>
        <p:txBody>
          <a:bodyPr wrap="square" lIns="0" tIns="0" rIns="0" bIns="0" anchor="t">
            <a:noAutofit/>
          </a:bodyPr>
          <a:lstStyle>
            <a:defPPr>
              <a:defRPr sz="2175" b="0">
                <a:solidFill>
                  <a:srgbClr val="202925"/>
                </a:solidFill>
                <a:latin typeface="Arial"/>
                <a:ea typeface="Arial"/>
                <a:cs typeface="Arial"/>
              </a:defRPr>
            </a:defPPr>
            <a:lvl1pPr>
              <a:defRPr sz="2175" b="0">
                <a:solidFill>
                  <a:srgbClr val="202925"/>
                </a:solidFill>
                <a:latin typeface="Arial"/>
                <a:ea typeface="Arial"/>
                <a:cs typeface="Arial"/>
              </a:defRPr>
            </a:lvl1pPr>
            <a:lvl2pPr>
              <a:defRPr sz="2175" b="0">
                <a:solidFill>
                  <a:srgbClr val="202925"/>
                </a:solidFill>
                <a:latin typeface="Arial"/>
                <a:ea typeface="Arial"/>
                <a:cs typeface="Arial"/>
              </a:defRPr>
            </a:lvl2pPr>
            <a:lvl3pPr>
              <a:defRPr sz="2175" b="0">
                <a:solidFill>
                  <a:srgbClr val="202925"/>
                </a:solidFill>
                <a:latin typeface="Arial"/>
                <a:ea typeface="Arial"/>
                <a:cs typeface="Arial"/>
              </a:defRPr>
            </a:lvl3pPr>
            <a:lvl4pPr>
              <a:defRPr sz="2175" b="0">
                <a:solidFill>
                  <a:srgbClr val="202925"/>
                </a:solidFill>
                <a:latin typeface="Arial"/>
                <a:ea typeface="Arial"/>
                <a:cs typeface="Arial"/>
              </a:defRPr>
            </a:lvl4pPr>
            <a:lvl5pPr>
              <a:defRPr sz="2175" b="0">
                <a:solidFill>
                  <a:srgbClr val="202925"/>
                </a:solidFill>
                <a:latin typeface="Arial"/>
                <a:ea typeface="Arial"/>
                <a:cs typeface="Arial"/>
              </a:defRPr>
            </a:lvl5pPr>
            <a:lvl6pPr>
              <a:defRPr sz="2175" b="0">
                <a:solidFill>
                  <a:srgbClr val="202925"/>
                </a:solidFill>
                <a:latin typeface="Arial"/>
                <a:ea typeface="Arial"/>
                <a:cs typeface="Arial"/>
              </a:defRPr>
            </a:lvl6pPr>
            <a:lvl7pPr>
              <a:defRPr sz="2175" b="0">
                <a:solidFill>
                  <a:srgbClr val="202925"/>
                </a:solidFill>
                <a:latin typeface="Arial"/>
                <a:ea typeface="Arial"/>
                <a:cs typeface="Arial"/>
              </a:defRPr>
            </a:lvl7pPr>
            <a:lvl8pPr>
              <a:defRPr sz="2175" b="0">
                <a:solidFill>
                  <a:srgbClr val="202925"/>
                </a:solidFill>
                <a:latin typeface="Arial"/>
                <a:ea typeface="Arial"/>
                <a:cs typeface="Arial"/>
              </a:defRPr>
            </a:lvl8pPr>
            <a:lvl9pPr>
              <a:defRPr sz="2175" b="0">
                <a:solidFill>
                  <a:srgbClr val="202925"/>
                </a:solidFill>
                <a:latin typeface="Arial"/>
                <a:ea typeface="Arial"/>
                <a:cs typeface="Arial"/>
              </a:defRPr>
            </a:lvl9pPr>
          </a:lstStyle>
          <a:p>
            <a:pPr>
              <a:defRPr sz="2175" b="0">
                <a:solidFill>
                  <a:srgbClr val="202925"/>
                </a:solidFill>
                <a:latin typeface="Arial"/>
                <a:ea typeface="Arial"/>
                <a:cs typeface="Arial"/>
              </a:defRPr>
            </a:pPr>
            <a:r>
              <a:rPr sz="2175" b="0">
                <a:solidFill>
                  <a:srgbClr val="202925"/>
                </a:solidFill>
                <a:latin typeface="Arial"/>
                <a:ea typeface="Arial"/>
                <a:cs typeface="Arial"/>
              </a:rPr>
              <a:t>Editable .blend scenes export as GLB assets for Three.js.</a:t>
            </a:r>
          </a:p>
        </p:txBody>
      </p:sp>
      <p:sp>
        <p:nvSpPr>
          <p:cNvPr id="10" name="reveal-6-7">
            <a:extLst>
              <a:ext uri="{FF2B5EF4-FFF2-40B4-BE49-F238E27FC236}">
                <a16:creationId xmlns:a16="http://schemas.microsoft.com/office/drawing/2014/main" id="{D4962019-FB90-4562-8BAF-389F3975808C}"/>
              </a:ext>
            </a:extLst>
          </p:cNvPr>
          <p:cNvSpPr>
            <a:spLocks noGrp="1"/>
          </p:cNvSpPr>
          <p:nvPr/>
        </p:nvSpPr>
        <p:spPr>
          <a:xfrm>
            <a:off x="8248650" y="4124325"/>
            <a:ext cx="3381375" cy="457200"/>
          </a:xfrm>
          <a:prstGeom prst="rect">
            <a:avLst/>
          </a:prstGeom>
          <a:noFill/>
          <a:ln w="0">
            <a:noFill/>
          </a:ln>
        </p:spPr>
        <p:txBody>
          <a:bodyPr wrap="square" lIns="0" tIns="0" rIns="0" bIns="0" anchor="t">
            <a:noAutofit/>
          </a:bodyPr>
          <a:lstStyle>
            <a:defPPr>
              <a:defRPr sz="2100" b="1">
                <a:solidFill>
                  <a:srgbClr val="B98251"/>
                </a:solidFill>
                <a:latin typeface="Arial"/>
                <a:ea typeface="Arial"/>
                <a:cs typeface="Arial"/>
              </a:defRPr>
            </a:defPPr>
            <a:lvl1pPr>
              <a:defRPr sz="2100" b="1">
                <a:solidFill>
                  <a:srgbClr val="B98251"/>
                </a:solidFill>
                <a:latin typeface="Arial"/>
                <a:ea typeface="Arial"/>
                <a:cs typeface="Arial"/>
              </a:defRPr>
            </a:lvl1pPr>
            <a:lvl2pPr>
              <a:defRPr sz="2100" b="1">
                <a:solidFill>
                  <a:srgbClr val="B98251"/>
                </a:solidFill>
                <a:latin typeface="Arial"/>
                <a:ea typeface="Arial"/>
                <a:cs typeface="Arial"/>
              </a:defRPr>
            </a:lvl2pPr>
            <a:lvl3pPr>
              <a:defRPr sz="2100" b="1">
                <a:solidFill>
                  <a:srgbClr val="B98251"/>
                </a:solidFill>
                <a:latin typeface="Arial"/>
                <a:ea typeface="Arial"/>
                <a:cs typeface="Arial"/>
              </a:defRPr>
            </a:lvl3pPr>
            <a:lvl4pPr>
              <a:defRPr sz="2100" b="1">
                <a:solidFill>
                  <a:srgbClr val="B98251"/>
                </a:solidFill>
                <a:latin typeface="Arial"/>
                <a:ea typeface="Arial"/>
                <a:cs typeface="Arial"/>
              </a:defRPr>
            </a:lvl4pPr>
            <a:lvl5pPr>
              <a:defRPr sz="2100" b="1">
                <a:solidFill>
                  <a:srgbClr val="B98251"/>
                </a:solidFill>
                <a:latin typeface="Arial"/>
                <a:ea typeface="Arial"/>
                <a:cs typeface="Arial"/>
              </a:defRPr>
            </a:lvl5pPr>
            <a:lvl6pPr>
              <a:defRPr sz="2100" b="1">
                <a:solidFill>
                  <a:srgbClr val="B98251"/>
                </a:solidFill>
                <a:latin typeface="Arial"/>
                <a:ea typeface="Arial"/>
                <a:cs typeface="Arial"/>
              </a:defRPr>
            </a:lvl6pPr>
            <a:lvl7pPr>
              <a:defRPr sz="2100" b="1">
                <a:solidFill>
                  <a:srgbClr val="B98251"/>
                </a:solidFill>
                <a:latin typeface="Arial"/>
                <a:ea typeface="Arial"/>
                <a:cs typeface="Arial"/>
              </a:defRPr>
            </a:lvl7pPr>
            <a:lvl8pPr>
              <a:defRPr sz="2100" b="1">
                <a:solidFill>
                  <a:srgbClr val="B98251"/>
                </a:solidFill>
                <a:latin typeface="Arial"/>
                <a:ea typeface="Arial"/>
                <a:cs typeface="Arial"/>
              </a:defRPr>
            </a:lvl8pPr>
            <a:lvl9pPr>
              <a:defRPr sz="2100" b="1">
                <a:solidFill>
                  <a:srgbClr val="B98251"/>
                </a:solidFill>
                <a:latin typeface="Arial"/>
                <a:ea typeface="Arial"/>
                <a:cs typeface="Arial"/>
              </a:defRPr>
            </a:lvl9pPr>
          </a:lstStyle>
          <a:p>
            <a:pPr>
              <a:defRPr sz="2100" b="1">
                <a:solidFill>
                  <a:srgbClr val="B98251"/>
                </a:solidFill>
                <a:latin typeface="Arial"/>
                <a:ea typeface="Arial"/>
                <a:cs typeface="Arial"/>
              </a:defRPr>
            </a:pPr>
            <a:r>
              <a:rPr sz="2100" b="1">
                <a:solidFill>
                  <a:srgbClr val="B98251"/>
                </a:solidFill>
                <a:latin typeface="Arial"/>
                <a:ea typeface="Arial"/>
                <a:cs typeface="Arial"/>
              </a:rPr>
              <a:t>Shared timeline</a:t>
            </a:r>
          </a:p>
        </p:txBody>
      </p:sp>
      <p:sp>
        <p:nvSpPr>
          <p:cNvPr id="11" name="reveal-7-8">
            <a:extLst>
              <a:ext uri="{FF2B5EF4-FFF2-40B4-BE49-F238E27FC236}">
                <a16:creationId xmlns:a16="http://schemas.microsoft.com/office/drawing/2014/main" id="{99FC2B51-EC30-45E7-9262-7B62E316D07E}"/>
              </a:ext>
            </a:extLst>
          </p:cNvPr>
          <p:cNvSpPr>
            <a:spLocks noGrp="1"/>
          </p:cNvSpPr>
          <p:nvPr/>
        </p:nvSpPr>
        <p:spPr>
          <a:xfrm>
            <a:off x="8248650" y="4667250"/>
            <a:ext cx="3381375" cy="1314450"/>
          </a:xfrm>
          <a:prstGeom prst="rect">
            <a:avLst/>
          </a:prstGeom>
          <a:noFill/>
          <a:ln w="0">
            <a:noFill/>
          </a:ln>
        </p:spPr>
        <p:txBody>
          <a:bodyPr wrap="square" lIns="0" tIns="0" rIns="0" bIns="0" anchor="t">
            <a:noAutofit/>
          </a:bodyPr>
          <a:lstStyle>
            <a:defPPr>
              <a:defRPr sz="2175" b="0">
                <a:solidFill>
                  <a:srgbClr val="202925"/>
                </a:solidFill>
                <a:latin typeface="Arial"/>
                <a:ea typeface="Arial"/>
                <a:cs typeface="Arial"/>
              </a:defRPr>
            </a:defPPr>
            <a:lvl1pPr>
              <a:defRPr sz="2175" b="0">
                <a:solidFill>
                  <a:srgbClr val="202925"/>
                </a:solidFill>
                <a:latin typeface="Arial"/>
                <a:ea typeface="Arial"/>
                <a:cs typeface="Arial"/>
              </a:defRPr>
            </a:lvl1pPr>
            <a:lvl2pPr>
              <a:defRPr sz="2175" b="0">
                <a:solidFill>
                  <a:srgbClr val="202925"/>
                </a:solidFill>
                <a:latin typeface="Arial"/>
                <a:ea typeface="Arial"/>
                <a:cs typeface="Arial"/>
              </a:defRPr>
            </a:lvl2pPr>
            <a:lvl3pPr>
              <a:defRPr sz="2175" b="0">
                <a:solidFill>
                  <a:srgbClr val="202925"/>
                </a:solidFill>
                <a:latin typeface="Arial"/>
                <a:ea typeface="Arial"/>
                <a:cs typeface="Arial"/>
              </a:defRPr>
            </a:lvl3pPr>
            <a:lvl4pPr>
              <a:defRPr sz="2175" b="0">
                <a:solidFill>
                  <a:srgbClr val="202925"/>
                </a:solidFill>
                <a:latin typeface="Arial"/>
                <a:ea typeface="Arial"/>
                <a:cs typeface="Arial"/>
              </a:defRPr>
            </a:lvl4pPr>
            <a:lvl5pPr>
              <a:defRPr sz="2175" b="0">
                <a:solidFill>
                  <a:srgbClr val="202925"/>
                </a:solidFill>
                <a:latin typeface="Arial"/>
                <a:ea typeface="Arial"/>
                <a:cs typeface="Arial"/>
              </a:defRPr>
            </a:lvl5pPr>
            <a:lvl6pPr>
              <a:defRPr sz="2175" b="0">
                <a:solidFill>
                  <a:srgbClr val="202925"/>
                </a:solidFill>
                <a:latin typeface="Arial"/>
                <a:ea typeface="Arial"/>
                <a:cs typeface="Arial"/>
              </a:defRPr>
            </a:lvl6pPr>
            <a:lvl7pPr>
              <a:defRPr sz="2175" b="0">
                <a:solidFill>
                  <a:srgbClr val="202925"/>
                </a:solidFill>
                <a:latin typeface="Arial"/>
                <a:ea typeface="Arial"/>
                <a:cs typeface="Arial"/>
              </a:defRPr>
            </a:lvl7pPr>
            <a:lvl8pPr>
              <a:defRPr sz="2175" b="0">
                <a:solidFill>
                  <a:srgbClr val="202925"/>
                </a:solidFill>
                <a:latin typeface="Arial"/>
                <a:ea typeface="Arial"/>
                <a:cs typeface="Arial"/>
              </a:defRPr>
            </a:lvl8pPr>
            <a:lvl9pPr>
              <a:defRPr sz="2175" b="0">
                <a:solidFill>
                  <a:srgbClr val="202925"/>
                </a:solidFill>
                <a:latin typeface="Arial"/>
                <a:ea typeface="Arial"/>
                <a:cs typeface="Arial"/>
              </a:defRPr>
            </a:lvl9pPr>
          </a:lstStyle>
          <a:p>
            <a:pPr>
              <a:defRPr sz="2175" b="0">
                <a:solidFill>
                  <a:srgbClr val="202925"/>
                </a:solidFill>
                <a:latin typeface="Arial"/>
                <a:ea typeface="Arial"/>
                <a:cs typeface="Arial"/>
              </a:defRPr>
            </a:pPr>
            <a:r>
              <a:rPr sz="2175" b="0">
                <a:solidFill>
                  <a:srgbClr val="202925"/>
                </a:solidFill>
                <a:latin typeface="Arial"/>
                <a:ea typeface="Arial"/>
                <a:cs typeface="Arial"/>
              </a:rPr>
              <a:t>120 seconds at 1×. Pause, speed and stage controls use the same clock.</a:t>
            </a:r>
          </a:p>
        </p:txBody>
      </p:sp>
      <p:sp>
        <p:nvSpPr>
          <p:cNvPr id="12" name="body-8-9">
            <a:extLst>
              <a:ext uri="{FF2B5EF4-FFF2-40B4-BE49-F238E27FC236}">
                <a16:creationId xmlns:a16="http://schemas.microsoft.com/office/drawing/2014/main" id="{D2CB9F78-E91D-4730-AF07-310C3FE1273D}"/>
              </a:ext>
            </a:extLst>
          </p:cNvPr>
          <p:cNvSpPr>
            <a:spLocks noGrp="1"/>
          </p:cNvSpPr>
          <p:nvPr/>
        </p:nvSpPr>
        <p:spPr>
          <a:xfrm>
            <a:off x="552450" y="6419850"/>
            <a:ext cx="9906000" cy="304800"/>
          </a:xfrm>
          <a:prstGeom prst="rect">
            <a:avLst/>
          </a:prstGeom>
          <a:noFill/>
          <a:ln w="0">
            <a:noFill/>
          </a:ln>
        </p:spPr>
        <p:txBody>
          <a:bodyPr wrap="square" lIns="0" tIns="0" rIns="0" bIns="0" anchor="t">
            <a:noAutofit/>
          </a:bodyPr>
          <a:lstStyle>
            <a:defPPr>
              <a:defRPr sz="1350" b="0">
                <a:solidFill>
                  <a:srgbClr val="69736A"/>
                </a:solidFill>
                <a:latin typeface="Arial"/>
                <a:ea typeface="Arial"/>
                <a:cs typeface="Arial"/>
              </a:defRPr>
            </a:defPPr>
            <a:lvl1pPr>
              <a:defRPr sz="1350" b="0">
                <a:solidFill>
                  <a:srgbClr val="69736A"/>
                </a:solidFill>
                <a:latin typeface="Arial"/>
                <a:ea typeface="Arial"/>
                <a:cs typeface="Arial"/>
              </a:defRPr>
            </a:lvl1pPr>
            <a:lvl2pPr>
              <a:defRPr sz="1350" b="0">
                <a:solidFill>
                  <a:srgbClr val="69736A"/>
                </a:solidFill>
                <a:latin typeface="Arial"/>
                <a:ea typeface="Arial"/>
                <a:cs typeface="Arial"/>
              </a:defRPr>
            </a:lvl2pPr>
            <a:lvl3pPr>
              <a:defRPr sz="1350" b="0">
                <a:solidFill>
                  <a:srgbClr val="69736A"/>
                </a:solidFill>
                <a:latin typeface="Arial"/>
                <a:ea typeface="Arial"/>
                <a:cs typeface="Arial"/>
              </a:defRPr>
            </a:lvl3pPr>
            <a:lvl4pPr>
              <a:defRPr sz="1350" b="0">
                <a:solidFill>
                  <a:srgbClr val="69736A"/>
                </a:solidFill>
                <a:latin typeface="Arial"/>
                <a:ea typeface="Arial"/>
                <a:cs typeface="Arial"/>
              </a:defRPr>
            </a:lvl4pPr>
            <a:lvl5pPr>
              <a:defRPr sz="1350" b="0">
                <a:solidFill>
                  <a:srgbClr val="69736A"/>
                </a:solidFill>
                <a:latin typeface="Arial"/>
                <a:ea typeface="Arial"/>
                <a:cs typeface="Arial"/>
              </a:defRPr>
            </a:lvl5pPr>
            <a:lvl6pPr>
              <a:defRPr sz="1350" b="0">
                <a:solidFill>
                  <a:srgbClr val="69736A"/>
                </a:solidFill>
                <a:latin typeface="Arial"/>
                <a:ea typeface="Arial"/>
                <a:cs typeface="Arial"/>
              </a:defRPr>
            </a:lvl6pPr>
            <a:lvl7pPr>
              <a:defRPr sz="1350" b="0">
                <a:solidFill>
                  <a:srgbClr val="69736A"/>
                </a:solidFill>
                <a:latin typeface="Arial"/>
                <a:ea typeface="Arial"/>
                <a:cs typeface="Arial"/>
              </a:defRPr>
            </a:lvl7pPr>
            <a:lvl8pPr>
              <a:defRPr sz="1350" b="0">
                <a:solidFill>
                  <a:srgbClr val="69736A"/>
                </a:solidFill>
                <a:latin typeface="Arial"/>
                <a:ea typeface="Arial"/>
                <a:cs typeface="Arial"/>
              </a:defRPr>
            </a:lvl8pPr>
            <a:lvl9pPr>
              <a:defRPr sz="1350" b="0">
                <a:solidFill>
                  <a:srgbClr val="69736A"/>
                </a:solidFill>
                <a:latin typeface="Arial"/>
                <a:ea typeface="Arial"/>
                <a:cs typeface="Arial"/>
              </a:defRPr>
            </a:lvl9pPr>
          </a:lstStyle>
          <a:p>
            <a:pPr>
              <a:defRPr sz="1350" b="0">
                <a:solidFill>
                  <a:srgbClr val="69736A"/>
                </a:solidFill>
                <a:latin typeface="Arial"/>
                <a:ea typeface="Arial"/>
                <a:cs typeface="Arial"/>
              </a:defRPr>
            </a:pPr>
            <a:r>
              <a:rPr sz="1350" b="0">
                <a:solidFill>
                  <a:srgbClr val="69736A"/>
                </a:solidFill>
                <a:latin typeface="Arial"/>
                <a:ea typeface="Arial"/>
                <a:cs typeface="Arial"/>
              </a:rPr>
              <a:t>The aircraft animation illustrates the journey. It does not run the ML model.</a:t>
            </a:r>
          </a:p>
        </p:txBody>
      </p:sp>
    </p:spTree>
    <p:extLst>
      <p:ext uri="{BB962C8B-B14F-4D97-AF65-F5344CB8AC3E}">
        <p14:creationId xmlns:p14="http://schemas.microsoft.com/office/powerpoint/2010/main" val="147919724"/>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600" fill="hold"/>
                                        <p:tgtEl>
                                          <p:spTgt spid="7"/>
                                        </p:tgtEl>
                                        <p:attrNameLst>
                                          <p:attrName>ppt_w</p:attrName>
                                        </p:attrNameLst>
                                      </p:cBhvr>
                                      <p:tavLst>
                                        <p:tav tm="0">
                                          <p:val>
                                            <p:fltVal val="0"/>
                                          </p:val>
                                        </p:tav>
                                        <p:tav tm="100000">
                                          <p:val>
                                            <p:strVal val="#ppt_w"/>
                                          </p:val>
                                        </p:tav>
                                      </p:tavLst>
                                    </p:anim>
                                    <p:anim calcmode="lin" valueType="num">
                                      <p:cBhvr>
                                        <p:cTn id="11" dur="600" fill="hold"/>
                                        <p:tgtEl>
                                          <p:spTgt spid="7"/>
                                        </p:tgtEl>
                                        <p:attrNameLst>
                                          <p:attrName>ppt_h</p:attrName>
                                        </p:attrNameLst>
                                      </p:cBhvr>
                                      <p:tavLst>
                                        <p:tav tm="0">
                                          <p:val>
                                            <p:fltVal val="0"/>
                                          </p:val>
                                        </p:tav>
                                        <p:tav tm="100000">
                                          <p:val>
                                            <p:strVal val="#ppt_h"/>
                                          </p:val>
                                        </p:tav>
                                      </p:tavLst>
                                    </p:anim>
                                    <p:animEffect transition="in" filter="fade">
                                      <p:cBhvr>
                                        <p:cTn id="12" dur="600"/>
                                        <p:tgtEl>
                                          <p:spTgt spid="7"/>
                                        </p:tgtEl>
                                      </p:cBhvr>
                                    </p:animEffect>
                                  </p:childTnLst>
                                </p:cTn>
                              </p:par>
                            </p:childTnLst>
                          </p:cTn>
                        </p:par>
                        <p:par>
                          <p:cTn id="13"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30"/>
                                        <p:tgtEl>
                                          <p:spTgt spid="8"/>
                                        </p:tgtEl>
                                      </p:cBhvr>
                                    </p:animEffect>
                                  </p:childTnLst>
                                </p:cTn>
                              </p:par>
                            </p:childTnLst>
                          </p:cTn>
                        </p:par>
                        <p:par>
                          <p:cTn id="17" fill="hold">
                            <p:stCondLst>
                              <p:cond delay="73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30"/>
                                        <p:tgtEl>
                                          <p:spTgt spid="9"/>
                                        </p:tgtEl>
                                      </p:cBhvr>
                                    </p:animEffect>
                                  </p:childTnLst>
                                </p:cTn>
                              </p:par>
                            </p:childTnLst>
                          </p:cTn>
                        </p:par>
                        <p:par>
                          <p:cTn id="21" fill="hold">
                            <p:stCondLst>
                              <p:cond delay="86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30"/>
                                        <p:tgtEl>
                                          <p:spTgt spid="10"/>
                                        </p:tgtEl>
                                      </p:cBhvr>
                                    </p:animEffect>
                                  </p:childTnLst>
                                </p:cTn>
                              </p:par>
                            </p:childTnLst>
                          </p:cTn>
                        </p:par>
                        <p:par>
                          <p:cTn id="25" fill="hold">
                            <p:stCondLst>
                              <p:cond delay="99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30"/>
                                        <p:tgtEl>
                                          <p:spTgt spid="11"/>
                                        </p:tgtEl>
                                      </p:cBhvr>
                                    </p:animEffect>
                                  </p:childTnLst>
                                </p:cTn>
                              </p:par>
                            </p:childTnLst>
                          </p:cTn>
                        </p:par>
                        <p:par>
                          <p:cTn id="29" fill="hold">
                            <p:stCondLst>
                              <p:cond delay="1120"/>
                            </p:stCondLst>
                            <p:childTnLst>
                              <p:par>
                                <p:cTn id="30" presetID="10"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13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0CA21427-F0DC-42CB-90F6-51CA37202810}"/>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C3DFE850-41E4-4453-8CB2-A3ACC779E343}"/>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TEAM EXPLANATION AND VIVA</a:t>
            </a:r>
          </a:p>
        </p:txBody>
      </p:sp>
      <p:sp>
        <p:nvSpPr>
          <p:cNvPr id="4" name="footer-3-2">
            <a:extLst>
              <a:ext uri="{FF2B5EF4-FFF2-40B4-BE49-F238E27FC236}">
                <a16:creationId xmlns:a16="http://schemas.microsoft.com/office/drawing/2014/main" id="{1ECAC2F5-7D01-4F33-8675-2E2D1C032C9F}"/>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09 / 12</a:t>
            </a:r>
          </a:p>
        </p:txBody>
      </p:sp>
      <p:sp>
        <p:nvSpPr>
          <p:cNvPr id="5" name="title-1-3">
            <a:extLst>
              <a:ext uri="{FF2B5EF4-FFF2-40B4-BE49-F238E27FC236}">
                <a16:creationId xmlns:a16="http://schemas.microsoft.com/office/drawing/2014/main" id="{CC6FE89C-C1FC-4957-9D45-9C4E1426372B}"/>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Weather, crew and surface flicker</a:t>
            </a:r>
          </a:p>
        </p:txBody>
      </p:sp>
      <p:sp>
        <p:nvSpPr>
          <p:cNvPr id="6" name="background-4">
            <a:extLst>
              <a:ext uri="{FF2B5EF4-FFF2-40B4-BE49-F238E27FC236}">
                <a16:creationId xmlns:a16="http://schemas.microsoft.com/office/drawing/2014/main" id="{0777129F-DADD-4B39-96AD-0A329FDA3BD9}"/>
              </a:ext>
            </a:extLst>
          </p:cNvPr>
          <p:cNvSpPr>
            <a:spLocks noGrp="1"/>
          </p:cNvSpPr>
          <p:nvPr/>
        </p:nvSpPr>
        <p:spPr>
          <a:xfrm>
            <a:off x="552450" y="6257925"/>
            <a:ext cx="9906000" cy="9525"/>
          </a:xfrm>
          <a:prstGeom prst="rect">
            <a:avLst/>
          </a:prstGeom>
          <a:solidFill>
            <a:srgbClr val="435046"/>
          </a:solidFill>
          <a:ln w="0">
            <a:noFill/>
          </a:ln>
        </p:spPr>
      </p:sp>
      <p:pic>
        <p:nvPicPr>
          <p:cNvPr id="7" name="Picture 6">
            <a:extLst>
              <a:ext uri="{FF2B5EF4-FFF2-40B4-BE49-F238E27FC236}">
                <a16:creationId xmlns:a16="http://schemas.microsoft.com/office/drawing/2014/main" id="{F27D9D26-8521-4415-B6DB-CAD5E19C2791}"/>
              </a:ext>
            </a:extLst>
          </p:cNvPr>
          <p:cNvPicPr>
            <a:picLocks noChangeAspect="1"/>
          </p:cNvPicPr>
          <p:nvPr/>
        </p:nvPicPr>
        <p:blipFill>
          <a:blip r:embed="rId3"/>
          <a:stretch/>
        </p:blipFill>
        <p:spPr>
          <a:xfrm>
            <a:off x="306388" y="1857375"/>
            <a:ext cx="7569200" cy="4257675"/>
          </a:xfrm>
          <a:prstGeom prst="rect">
            <a:avLst/>
          </a:prstGeom>
        </p:spPr>
      </p:pic>
      <p:sp>
        <p:nvSpPr>
          <p:cNvPr id="8" name="reveal-4-5">
            <a:extLst>
              <a:ext uri="{FF2B5EF4-FFF2-40B4-BE49-F238E27FC236}">
                <a16:creationId xmlns:a16="http://schemas.microsoft.com/office/drawing/2014/main" id="{9CDF0C7D-6614-4DAA-AA93-74013083E141}"/>
              </a:ext>
            </a:extLst>
          </p:cNvPr>
          <p:cNvSpPr>
            <a:spLocks noGrp="1"/>
          </p:cNvSpPr>
          <p:nvPr/>
        </p:nvSpPr>
        <p:spPr>
          <a:xfrm>
            <a:off x="8258175" y="2038350"/>
            <a:ext cx="3381375" cy="438150"/>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Scenario weather</a:t>
            </a:r>
          </a:p>
        </p:txBody>
      </p:sp>
      <p:sp>
        <p:nvSpPr>
          <p:cNvPr id="9" name="reveal-5-6">
            <a:extLst>
              <a:ext uri="{FF2B5EF4-FFF2-40B4-BE49-F238E27FC236}">
                <a16:creationId xmlns:a16="http://schemas.microsoft.com/office/drawing/2014/main" id="{5C7298D2-F4B3-42C1-AC09-49E6631A9647}"/>
              </a:ext>
            </a:extLst>
          </p:cNvPr>
          <p:cNvSpPr>
            <a:spLocks noGrp="1"/>
          </p:cNvSpPr>
          <p:nvPr/>
        </p:nvSpPr>
        <p:spPr>
          <a:xfrm>
            <a:off x="8258175" y="2609850"/>
            <a:ext cx="3381375" cy="1285875"/>
          </a:xfrm>
          <a:prstGeom prst="rect">
            <a:avLst/>
          </a:prstGeom>
          <a:noFill/>
          <a:ln w="0">
            <a:noFill/>
          </a:ln>
        </p:spPr>
        <p:txBody>
          <a:bodyPr wrap="square" lIns="0" tIns="0" rIns="0" bIns="0" anchor="t">
            <a:noAutofit/>
          </a:bodyPr>
          <a:lstStyle>
            <a:defPPr>
              <a:defRPr sz="2175" b="0">
                <a:solidFill>
                  <a:srgbClr val="F4F1E9"/>
                </a:solidFill>
                <a:latin typeface="Arial"/>
                <a:ea typeface="Arial"/>
                <a:cs typeface="Arial"/>
              </a:defRPr>
            </a:defPPr>
            <a:lvl1pPr>
              <a:defRPr sz="2175" b="0">
                <a:solidFill>
                  <a:srgbClr val="F4F1E9"/>
                </a:solidFill>
                <a:latin typeface="Arial"/>
                <a:ea typeface="Arial"/>
                <a:cs typeface="Arial"/>
              </a:defRPr>
            </a:lvl1pPr>
            <a:lvl2pPr>
              <a:defRPr sz="2175" b="0">
                <a:solidFill>
                  <a:srgbClr val="F4F1E9"/>
                </a:solidFill>
                <a:latin typeface="Arial"/>
                <a:ea typeface="Arial"/>
                <a:cs typeface="Arial"/>
              </a:defRPr>
            </a:lvl2pPr>
            <a:lvl3pPr>
              <a:defRPr sz="2175" b="0">
                <a:solidFill>
                  <a:srgbClr val="F4F1E9"/>
                </a:solidFill>
                <a:latin typeface="Arial"/>
                <a:ea typeface="Arial"/>
                <a:cs typeface="Arial"/>
              </a:defRPr>
            </a:lvl3pPr>
            <a:lvl4pPr>
              <a:defRPr sz="2175" b="0">
                <a:solidFill>
                  <a:srgbClr val="F4F1E9"/>
                </a:solidFill>
                <a:latin typeface="Arial"/>
                <a:ea typeface="Arial"/>
                <a:cs typeface="Arial"/>
              </a:defRPr>
            </a:lvl4pPr>
            <a:lvl5pPr>
              <a:defRPr sz="2175" b="0">
                <a:solidFill>
                  <a:srgbClr val="F4F1E9"/>
                </a:solidFill>
                <a:latin typeface="Arial"/>
                <a:ea typeface="Arial"/>
                <a:cs typeface="Arial"/>
              </a:defRPr>
            </a:lvl5pPr>
            <a:lvl6pPr>
              <a:defRPr sz="2175" b="0">
                <a:solidFill>
                  <a:srgbClr val="F4F1E9"/>
                </a:solidFill>
                <a:latin typeface="Arial"/>
                <a:ea typeface="Arial"/>
                <a:cs typeface="Arial"/>
              </a:defRPr>
            </a:lvl6pPr>
            <a:lvl7pPr>
              <a:defRPr sz="2175" b="0">
                <a:solidFill>
                  <a:srgbClr val="F4F1E9"/>
                </a:solidFill>
                <a:latin typeface="Arial"/>
                <a:ea typeface="Arial"/>
                <a:cs typeface="Arial"/>
              </a:defRPr>
            </a:lvl7pPr>
            <a:lvl8pPr>
              <a:defRPr sz="2175" b="0">
                <a:solidFill>
                  <a:srgbClr val="F4F1E9"/>
                </a:solidFill>
                <a:latin typeface="Arial"/>
                <a:ea typeface="Arial"/>
                <a:cs typeface="Arial"/>
              </a:defRPr>
            </a:lvl8pPr>
            <a:lvl9pPr>
              <a:defRPr sz="2175" b="0">
                <a:solidFill>
                  <a:srgbClr val="F4F1E9"/>
                </a:solidFill>
                <a:latin typeface="Arial"/>
                <a:ea typeface="Arial"/>
                <a:cs typeface="Arial"/>
              </a:defRPr>
            </a:lvl9pPr>
          </a:lstStyle>
          <a:p>
            <a:pPr>
              <a:defRPr sz="2175" b="0">
                <a:solidFill>
                  <a:srgbClr val="F4F1E9"/>
                </a:solidFill>
                <a:latin typeface="Arial"/>
                <a:ea typeface="Arial"/>
                <a:cs typeface="Arial"/>
              </a:defRPr>
            </a:pPr>
            <a:r>
              <a:rPr sz="2175" b="0">
                <a:solidFill>
                  <a:srgbClr val="F4F1E9"/>
                </a:solidFill>
                <a:latin typeface="Arial"/>
                <a:ea typeface="Arial"/>
                <a:cs typeface="Arial"/>
              </a:rPr>
              <a:t>Clear, rain, storm and fog alter the display and current rule weight.</a:t>
            </a:r>
          </a:p>
        </p:txBody>
      </p:sp>
      <p:sp>
        <p:nvSpPr>
          <p:cNvPr id="10" name="reveal-6-7">
            <a:extLst>
              <a:ext uri="{FF2B5EF4-FFF2-40B4-BE49-F238E27FC236}">
                <a16:creationId xmlns:a16="http://schemas.microsoft.com/office/drawing/2014/main" id="{EA92DF9D-8168-4D0C-9C3A-FF63066C9485}"/>
              </a:ext>
            </a:extLst>
          </p:cNvPr>
          <p:cNvSpPr>
            <a:spLocks noGrp="1"/>
          </p:cNvSpPr>
          <p:nvPr/>
        </p:nvSpPr>
        <p:spPr>
          <a:xfrm>
            <a:off x="8258175" y="4171950"/>
            <a:ext cx="3381375" cy="619125"/>
          </a:xfrm>
          <a:prstGeom prst="rect">
            <a:avLst/>
          </a:prstGeom>
          <a:noFill/>
          <a:ln w="0">
            <a:noFill/>
          </a:ln>
        </p:spPr>
        <p:txBody>
          <a:bodyPr wrap="square" lIns="0" tIns="0" rIns="0" bIns="0" anchor="t">
            <a:noAutofit/>
          </a:bodyPr>
          <a:lstStyle>
            <a:defPPr>
              <a:defRPr sz="2100" b="1">
                <a:solidFill>
                  <a:srgbClr val="D5AF83"/>
                </a:solidFill>
                <a:latin typeface="Arial"/>
                <a:ea typeface="Arial"/>
                <a:cs typeface="Arial"/>
              </a:defRPr>
            </a:defPPr>
            <a:lvl1pPr>
              <a:defRPr sz="2100" b="1">
                <a:solidFill>
                  <a:srgbClr val="D5AF83"/>
                </a:solidFill>
                <a:latin typeface="Arial"/>
                <a:ea typeface="Arial"/>
                <a:cs typeface="Arial"/>
              </a:defRPr>
            </a:lvl1pPr>
            <a:lvl2pPr>
              <a:defRPr sz="2100" b="1">
                <a:solidFill>
                  <a:srgbClr val="D5AF83"/>
                </a:solidFill>
                <a:latin typeface="Arial"/>
                <a:ea typeface="Arial"/>
                <a:cs typeface="Arial"/>
              </a:defRPr>
            </a:lvl2pPr>
            <a:lvl3pPr>
              <a:defRPr sz="2100" b="1">
                <a:solidFill>
                  <a:srgbClr val="D5AF83"/>
                </a:solidFill>
                <a:latin typeface="Arial"/>
                <a:ea typeface="Arial"/>
                <a:cs typeface="Arial"/>
              </a:defRPr>
            </a:lvl3pPr>
            <a:lvl4pPr>
              <a:defRPr sz="2100" b="1">
                <a:solidFill>
                  <a:srgbClr val="D5AF83"/>
                </a:solidFill>
                <a:latin typeface="Arial"/>
                <a:ea typeface="Arial"/>
                <a:cs typeface="Arial"/>
              </a:defRPr>
            </a:lvl4pPr>
            <a:lvl5pPr>
              <a:defRPr sz="2100" b="1">
                <a:solidFill>
                  <a:srgbClr val="D5AF83"/>
                </a:solidFill>
                <a:latin typeface="Arial"/>
                <a:ea typeface="Arial"/>
                <a:cs typeface="Arial"/>
              </a:defRPr>
            </a:lvl5pPr>
            <a:lvl6pPr>
              <a:defRPr sz="2100" b="1">
                <a:solidFill>
                  <a:srgbClr val="D5AF83"/>
                </a:solidFill>
                <a:latin typeface="Arial"/>
                <a:ea typeface="Arial"/>
                <a:cs typeface="Arial"/>
              </a:defRPr>
            </a:lvl6pPr>
            <a:lvl7pPr>
              <a:defRPr sz="2100" b="1">
                <a:solidFill>
                  <a:srgbClr val="D5AF83"/>
                </a:solidFill>
                <a:latin typeface="Arial"/>
                <a:ea typeface="Arial"/>
                <a:cs typeface="Arial"/>
              </a:defRPr>
            </a:lvl7pPr>
            <a:lvl8pPr>
              <a:defRPr sz="2100" b="1">
                <a:solidFill>
                  <a:srgbClr val="D5AF83"/>
                </a:solidFill>
                <a:latin typeface="Arial"/>
                <a:ea typeface="Arial"/>
                <a:cs typeface="Arial"/>
              </a:defRPr>
            </a:lvl8pPr>
            <a:lvl9pPr>
              <a:defRPr sz="2100" b="1">
                <a:solidFill>
                  <a:srgbClr val="D5AF83"/>
                </a:solidFill>
                <a:latin typeface="Arial"/>
                <a:ea typeface="Arial"/>
                <a:cs typeface="Arial"/>
              </a:defRPr>
            </a:lvl9pPr>
          </a:lstStyle>
          <a:p>
            <a:pPr>
              <a:defRPr sz="2100" b="1">
                <a:solidFill>
                  <a:srgbClr val="D5AF83"/>
                </a:solidFill>
                <a:latin typeface="Arial"/>
                <a:ea typeface="Arial"/>
                <a:cs typeface="Arial"/>
              </a:defRPr>
            </a:pPr>
            <a:r>
              <a:rPr sz="2100" b="1">
                <a:solidFill>
                  <a:srgbClr val="D5AF83"/>
                </a:solidFill>
                <a:latin typeface="Arial"/>
                <a:ea typeface="Arial"/>
                <a:cs typeface="Arial"/>
              </a:rPr>
              <a:t>Crew and ground surfaces</a:t>
            </a:r>
          </a:p>
        </p:txBody>
      </p:sp>
      <p:sp>
        <p:nvSpPr>
          <p:cNvPr id="11" name="reveal-7-8">
            <a:extLst>
              <a:ext uri="{FF2B5EF4-FFF2-40B4-BE49-F238E27FC236}">
                <a16:creationId xmlns:a16="http://schemas.microsoft.com/office/drawing/2014/main" id="{C3D6FF50-E121-43EE-AFA4-677E3E3A475C}"/>
              </a:ext>
            </a:extLst>
          </p:cNvPr>
          <p:cNvSpPr>
            <a:spLocks noGrp="1"/>
          </p:cNvSpPr>
          <p:nvPr/>
        </p:nvSpPr>
        <p:spPr>
          <a:xfrm>
            <a:off x="8258175" y="4857750"/>
            <a:ext cx="3381375" cy="1257300"/>
          </a:xfrm>
          <a:prstGeom prst="rect">
            <a:avLst/>
          </a:prstGeom>
          <a:noFill/>
          <a:ln w="0">
            <a:noFill/>
          </a:ln>
        </p:spPr>
        <p:txBody>
          <a:bodyPr wrap="square" lIns="0" tIns="0" rIns="0" bIns="0" anchor="t">
            <a:noAutofit/>
          </a:bodyPr>
          <a:lstStyle>
            <a:defPPr>
              <a:defRPr sz="2100" b="0">
                <a:solidFill>
                  <a:srgbClr val="F4F1E9"/>
                </a:solidFill>
                <a:latin typeface="Arial"/>
                <a:ea typeface="Arial"/>
                <a:cs typeface="Arial"/>
              </a:defRPr>
            </a:defPPr>
            <a:lvl1pPr>
              <a:defRPr sz="2100" b="0">
                <a:solidFill>
                  <a:srgbClr val="F4F1E9"/>
                </a:solidFill>
                <a:latin typeface="Arial"/>
                <a:ea typeface="Arial"/>
                <a:cs typeface="Arial"/>
              </a:defRPr>
            </a:lvl1pPr>
            <a:lvl2pPr>
              <a:defRPr sz="2100" b="0">
                <a:solidFill>
                  <a:srgbClr val="F4F1E9"/>
                </a:solidFill>
                <a:latin typeface="Arial"/>
                <a:ea typeface="Arial"/>
                <a:cs typeface="Arial"/>
              </a:defRPr>
            </a:lvl2pPr>
            <a:lvl3pPr>
              <a:defRPr sz="2100" b="0">
                <a:solidFill>
                  <a:srgbClr val="F4F1E9"/>
                </a:solidFill>
                <a:latin typeface="Arial"/>
                <a:ea typeface="Arial"/>
                <a:cs typeface="Arial"/>
              </a:defRPr>
            </a:lvl3pPr>
            <a:lvl4pPr>
              <a:defRPr sz="2100" b="0">
                <a:solidFill>
                  <a:srgbClr val="F4F1E9"/>
                </a:solidFill>
                <a:latin typeface="Arial"/>
                <a:ea typeface="Arial"/>
                <a:cs typeface="Arial"/>
              </a:defRPr>
            </a:lvl4pPr>
            <a:lvl5pPr>
              <a:defRPr sz="2100" b="0">
                <a:solidFill>
                  <a:srgbClr val="F4F1E9"/>
                </a:solidFill>
                <a:latin typeface="Arial"/>
                <a:ea typeface="Arial"/>
                <a:cs typeface="Arial"/>
              </a:defRPr>
            </a:lvl5pPr>
            <a:lvl6pPr>
              <a:defRPr sz="2100" b="0">
                <a:solidFill>
                  <a:srgbClr val="F4F1E9"/>
                </a:solidFill>
                <a:latin typeface="Arial"/>
                <a:ea typeface="Arial"/>
                <a:cs typeface="Arial"/>
              </a:defRPr>
            </a:lvl6pPr>
            <a:lvl7pPr>
              <a:defRPr sz="2100" b="0">
                <a:solidFill>
                  <a:srgbClr val="F4F1E9"/>
                </a:solidFill>
                <a:latin typeface="Arial"/>
                <a:ea typeface="Arial"/>
                <a:cs typeface="Arial"/>
              </a:defRPr>
            </a:lvl7pPr>
            <a:lvl8pPr>
              <a:defRPr sz="2100" b="0">
                <a:solidFill>
                  <a:srgbClr val="F4F1E9"/>
                </a:solidFill>
                <a:latin typeface="Arial"/>
                <a:ea typeface="Arial"/>
                <a:cs typeface="Arial"/>
              </a:defRPr>
            </a:lvl8pPr>
            <a:lvl9pPr>
              <a:defRPr sz="2100" b="0">
                <a:solidFill>
                  <a:srgbClr val="F4F1E9"/>
                </a:solidFill>
                <a:latin typeface="Arial"/>
                <a:ea typeface="Arial"/>
                <a:cs typeface="Arial"/>
              </a:defRPr>
            </a:lvl9pPr>
          </a:lstStyle>
          <a:p>
            <a:pPr>
              <a:defRPr sz="2100" b="0">
                <a:solidFill>
                  <a:srgbClr val="F4F1E9"/>
                </a:solidFill>
                <a:latin typeface="Arial"/>
                <a:ea typeface="Arial"/>
                <a:cs typeface="Arial"/>
              </a:defRPr>
            </a:pPr>
            <a:r>
              <a:rPr sz="2100" b="0">
                <a:solidFill>
                  <a:srgbClr val="F4F1E9"/>
                </a:solidFill>
                <a:latin typeface="Arial"/>
                <a:ea typeface="Arial"/>
                <a:cs typeface="Arial"/>
              </a:rPr>
              <a:t>Arrival workers unload bags. Separating overlapping surfaces reduces flicker.</a:t>
            </a:r>
          </a:p>
        </p:txBody>
      </p:sp>
    </p:spTree>
    <p:extLst>
      <p:ext uri="{BB962C8B-B14F-4D97-AF65-F5344CB8AC3E}">
        <p14:creationId xmlns:p14="http://schemas.microsoft.com/office/powerpoint/2010/main" val="60686534"/>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53" presetClass="entr" presetSubtype="16"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p:cTn id="10" dur="600" fill="hold"/>
                                        <p:tgtEl>
                                          <p:spTgt spid="7"/>
                                        </p:tgtEl>
                                        <p:attrNameLst>
                                          <p:attrName>ppt_w</p:attrName>
                                        </p:attrNameLst>
                                      </p:cBhvr>
                                      <p:tavLst>
                                        <p:tav tm="0">
                                          <p:val>
                                            <p:fltVal val="0"/>
                                          </p:val>
                                        </p:tav>
                                        <p:tav tm="100000">
                                          <p:val>
                                            <p:strVal val="#ppt_w"/>
                                          </p:val>
                                        </p:tav>
                                      </p:tavLst>
                                    </p:anim>
                                    <p:anim calcmode="lin" valueType="num">
                                      <p:cBhvr>
                                        <p:cTn id="11" dur="600" fill="hold"/>
                                        <p:tgtEl>
                                          <p:spTgt spid="7"/>
                                        </p:tgtEl>
                                        <p:attrNameLst>
                                          <p:attrName>ppt_h</p:attrName>
                                        </p:attrNameLst>
                                      </p:cBhvr>
                                      <p:tavLst>
                                        <p:tav tm="0">
                                          <p:val>
                                            <p:fltVal val="0"/>
                                          </p:val>
                                        </p:tav>
                                        <p:tav tm="100000">
                                          <p:val>
                                            <p:strVal val="#ppt_h"/>
                                          </p:val>
                                        </p:tav>
                                      </p:tavLst>
                                    </p:anim>
                                    <p:animEffect transition="in" filter="fade">
                                      <p:cBhvr>
                                        <p:cTn id="12" dur="600"/>
                                        <p:tgtEl>
                                          <p:spTgt spid="7"/>
                                        </p:tgtEl>
                                      </p:cBhvr>
                                    </p:animEffect>
                                  </p:childTnLst>
                                </p:cTn>
                              </p:par>
                            </p:childTnLst>
                          </p:cTn>
                        </p:par>
                        <p:par>
                          <p:cTn id="13" fill="hold">
                            <p:stCondLst>
                              <p:cond delay="60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130"/>
                                        <p:tgtEl>
                                          <p:spTgt spid="8"/>
                                        </p:tgtEl>
                                      </p:cBhvr>
                                    </p:animEffect>
                                  </p:childTnLst>
                                </p:cTn>
                              </p:par>
                            </p:childTnLst>
                          </p:cTn>
                        </p:par>
                        <p:par>
                          <p:cTn id="17" fill="hold">
                            <p:stCondLst>
                              <p:cond delay="73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30"/>
                                        <p:tgtEl>
                                          <p:spTgt spid="9"/>
                                        </p:tgtEl>
                                      </p:cBhvr>
                                    </p:animEffect>
                                  </p:childTnLst>
                                </p:cTn>
                              </p:par>
                            </p:childTnLst>
                          </p:cTn>
                        </p:par>
                        <p:par>
                          <p:cTn id="21" fill="hold">
                            <p:stCondLst>
                              <p:cond delay="86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30"/>
                                        <p:tgtEl>
                                          <p:spTgt spid="10"/>
                                        </p:tgtEl>
                                      </p:cBhvr>
                                    </p:animEffect>
                                  </p:childTnLst>
                                </p:cTn>
                              </p:par>
                            </p:childTnLst>
                          </p:cTn>
                        </p:par>
                        <p:par>
                          <p:cTn id="25" fill="hold">
                            <p:stCondLst>
                              <p:cond delay="99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3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BA406ABF-5E77-4AD2-B4C1-8648D9A618DC}"/>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9C011B09-2071-4B42-991F-E047CE263F16}"/>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FF2B39D5-B787-4E51-B3DE-AC88F15DC33D}"/>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10 / 12</a:t>
            </a:r>
          </a:p>
        </p:txBody>
      </p:sp>
      <p:sp>
        <p:nvSpPr>
          <p:cNvPr id="5" name="title-1-3">
            <a:extLst>
              <a:ext uri="{FF2B5EF4-FFF2-40B4-BE49-F238E27FC236}">
                <a16:creationId xmlns:a16="http://schemas.microsoft.com/office/drawing/2014/main" id="{997E32C6-5288-446C-BBAA-DED5138D7094}"/>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202925"/>
                </a:solidFill>
                <a:latin typeface="Arial"/>
                <a:ea typeface="Arial"/>
                <a:cs typeface="Arial"/>
              </a:defRPr>
            </a:defPPr>
            <a:lvl1pPr>
              <a:defRPr sz="3300" b="1">
                <a:solidFill>
                  <a:srgbClr val="202925"/>
                </a:solidFill>
                <a:latin typeface="Arial"/>
                <a:ea typeface="Arial"/>
                <a:cs typeface="Arial"/>
              </a:defRPr>
            </a:lvl1pPr>
            <a:lvl2pPr>
              <a:defRPr sz="3300" b="1">
                <a:solidFill>
                  <a:srgbClr val="202925"/>
                </a:solidFill>
                <a:latin typeface="Arial"/>
                <a:ea typeface="Arial"/>
                <a:cs typeface="Arial"/>
              </a:defRPr>
            </a:lvl2pPr>
            <a:lvl3pPr>
              <a:defRPr sz="3300" b="1">
                <a:solidFill>
                  <a:srgbClr val="202925"/>
                </a:solidFill>
                <a:latin typeface="Arial"/>
                <a:ea typeface="Arial"/>
                <a:cs typeface="Arial"/>
              </a:defRPr>
            </a:lvl3pPr>
            <a:lvl4pPr>
              <a:defRPr sz="3300" b="1">
                <a:solidFill>
                  <a:srgbClr val="202925"/>
                </a:solidFill>
                <a:latin typeface="Arial"/>
                <a:ea typeface="Arial"/>
                <a:cs typeface="Arial"/>
              </a:defRPr>
            </a:lvl4pPr>
            <a:lvl5pPr>
              <a:defRPr sz="3300" b="1">
                <a:solidFill>
                  <a:srgbClr val="202925"/>
                </a:solidFill>
                <a:latin typeface="Arial"/>
                <a:ea typeface="Arial"/>
                <a:cs typeface="Arial"/>
              </a:defRPr>
            </a:lvl5pPr>
            <a:lvl6pPr>
              <a:defRPr sz="3300" b="1">
                <a:solidFill>
                  <a:srgbClr val="202925"/>
                </a:solidFill>
                <a:latin typeface="Arial"/>
                <a:ea typeface="Arial"/>
                <a:cs typeface="Arial"/>
              </a:defRPr>
            </a:lvl6pPr>
            <a:lvl7pPr>
              <a:defRPr sz="3300" b="1">
                <a:solidFill>
                  <a:srgbClr val="202925"/>
                </a:solidFill>
                <a:latin typeface="Arial"/>
                <a:ea typeface="Arial"/>
                <a:cs typeface="Arial"/>
              </a:defRPr>
            </a:lvl7pPr>
            <a:lvl8pPr>
              <a:defRPr sz="3300" b="1">
                <a:solidFill>
                  <a:srgbClr val="202925"/>
                </a:solidFill>
                <a:latin typeface="Arial"/>
                <a:ea typeface="Arial"/>
                <a:cs typeface="Arial"/>
              </a:defRPr>
            </a:lvl8pPr>
            <a:lvl9pPr>
              <a:defRPr sz="3300" b="1">
                <a:solidFill>
                  <a:srgbClr val="202925"/>
                </a:solidFill>
                <a:latin typeface="Arial"/>
                <a:ea typeface="Arial"/>
                <a:cs typeface="Arial"/>
              </a:defRPr>
            </a:lvl9pPr>
          </a:lstStyle>
          <a:p>
            <a:pPr>
              <a:defRPr sz="3300" b="1">
                <a:solidFill>
                  <a:srgbClr val="202925"/>
                </a:solidFill>
                <a:latin typeface="Arial"/>
                <a:ea typeface="Arial"/>
                <a:cs typeface="Arial"/>
              </a:defRPr>
            </a:pPr>
            <a:r>
              <a:rPr sz="3300" b="1">
                <a:solidFill>
                  <a:srgbClr val="202925"/>
                </a:solidFill>
                <a:latin typeface="Arial"/>
                <a:ea typeface="Arial"/>
                <a:cs typeface="Arial"/>
              </a:rPr>
              <a:t>Live data, the API key and QR sharing</a:t>
            </a:r>
          </a:p>
        </p:txBody>
      </p:sp>
      <p:sp>
        <p:nvSpPr>
          <p:cNvPr id="6" name="background-4">
            <a:extLst>
              <a:ext uri="{FF2B5EF4-FFF2-40B4-BE49-F238E27FC236}">
                <a16:creationId xmlns:a16="http://schemas.microsoft.com/office/drawing/2014/main" id="{2C681885-FBBA-4035-80AA-456E1783D305}"/>
              </a:ext>
            </a:extLst>
          </p:cNvPr>
          <p:cNvSpPr>
            <a:spLocks noGrp="1"/>
          </p:cNvSpPr>
          <p:nvPr/>
        </p:nvSpPr>
        <p:spPr>
          <a:xfrm>
            <a:off x="552450" y="6257925"/>
            <a:ext cx="9906000" cy="9525"/>
          </a:xfrm>
          <a:prstGeom prst="rect">
            <a:avLst/>
          </a:prstGeom>
          <a:solidFill>
            <a:srgbClr val="D4D9CE"/>
          </a:solidFill>
          <a:ln w="0">
            <a:noFill/>
          </a:ln>
        </p:spPr>
      </p:sp>
      <p:sp>
        <p:nvSpPr>
          <p:cNvPr id="7" name="reveal-5">
            <a:extLst>
              <a:ext uri="{FF2B5EF4-FFF2-40B4-BE49-F238E27FC236}">
                <a16:creationId xmlns:a16="http://schemas.microsoft.com/office/drawing/2014/main" id="{06DFD8B9-4596-4E89-B6AE-AD2199868807}"/>
              </a:ext>
            </a:extLst>
          </p:cNvPr>
          <p:cNvSpPr>
            <a:spLocks noGrp="1"/>
          </p:cNvSpPr>
          <p:nvPr/>
        </p:nvSpPr>
        <p:spPr>
          <a:xfrm>
            <a:off x="552450" y="1971675"/>
            <a:ext cx="3547872" cy="2667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Topic</a:t>
            </a:r>
          </a:p>
        </p:txBody>
      </p:sp>
      <p:sp>
        <p:nvSpPr>
          <p:cNvPr id="8" name="reveal-6">
            <a:extLst>
              <a:ext uri="{FF2B5EF4-FFF2-40B4-BE49-F238E27FC236}">
                <a16:creationId xmlns:a16="http://schemas.microsoft.com/office/drawing/2014/main" id="{EC0E6228-D59B-4558-9892-9276B33AE22A}"/>
              </a:ext>
            </a:extLst>
          </p:cNvPr>
          <p:cNvSpPr>
            <a:spLocks noGrp="1"/>
          </p:cNvSpPr>
          <p:nvPr/>
        </p:nvSpPr>
        <p:spPr>
          <a:xfrm>
            <a:off x="3933825" y="1971675"/>
            <a:ext cx="7705725" cy="2667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Answer</a:t>
            </a:r>
          </a:p>
        </p:txBody>
      </p:sp>
      <p:sp>
        <p:nvSpPr>
          <p:cNvPr id="9" name="background-7">
            <a:extLst>
              <a:ext uri="{FF2B5EF4-FFF2-40B4-BE49-F238E27FC236}">
                <a16:creationId xmlns:a16="http://schemas.microsoft.com/office/drawing/2014/main" id="{60178E3D-C521-4E9B-ADE9-CDB38BA60315}"/>
              </a:ext>
            </a:extLst>
          </p:cNvPr>
          <p:cNvSpPr>
            <a:spLocks noGrp="1"/>
          </p:cNvSpPr>
          <p:nvPr/>
        </p:nvSpPr>
        <p:spPr>
          <a:xfrm>
            <a:off x="552450" y="2295525"/>
            <a:ext cx="11087100" cy="9525"/>
          </a:xfrm>
          <a:prstGeom prst="rect">
            <a:avLst/>
          </a:prstGeom>
          <a:solidFill>
            <a:srgbClr val="D4D9CE"/>
          </a:solidFill>
          <a:ln w="0">
            <a:noFill/>
          </a:ln>
        </p:spPr>
      </p:sp>
      <p:sp>
        <p:nvSpPr>
          <p:cNvPr id="10" name="reveal-8">
            <a:extLst>
              <a:ext uri="{FF2B5EF4-FFF2-40B4-BE49-F238E27FC236}">
                <a16:creationId xmlns:a16="http://schemas.microsoft.com/office/drawing/2014/main" id="{4288CC83-9BBD-4D9A-AA41-981BCD637E02}"/>
              </a:ext>
            </a:extLst>
          </p:cNvPr>
          <p:cNvSpPr>
            <a:spLocks noGrp="1"/>
          </p:cNvSpPr>
          <p:nvPr/>
        </p:nvSpPr>
        <p:spPr>
          <a:xfrm>
            <a:off x="552450" y="2428875"/>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API key</a:t>
            </a:r>
          </a:p>
        </p:txBody>
      </p:sp>
      <p:sp>
        <p:nvSpPr>
          <p:cNvPr id="11" name="reveal-9">
            <a:extLst>
              <a:ext uri="{FF2B5EF4-FFF2-40B4-BE49-F238E27FC236}">
                <a16:creationId xmlns:a16="http://schemas.microsoft.com/office/drawing/2014/main" id="{A740E78F-04E4-43DF-BD51-B4BBC9FCE754}"/>
              </a:ext>
            </a:extLst>
          </p:cNvPr>
          <p:cNvSpPr>
            <a:spLocks noGrp="1"/>
          </p:cNvSpPr>
          <p:nvPr/>
        </p:nvSpPr>
        <p:spPr>
          <a:xfrm>
            <a:off x="3933825" y="2428875"/>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A private account credential kept by the backend</a:t>
            </a:r>
          </a:p>
        </p:txBody>
      </p:sp>
      <p:sp>
        <p:nvSpPr>
          <p:cNvPr id="12" name="background-10">
            <a:extLst>
              <a:ext uri="{FF2B5EF4-FFF2-40B4-BE49-F238E27FC236}">
                <a16:creationId xmlns:a16="http://schemas.microsoft.com/office/drawing/2014/main" id="{350E345E-ABCB-49F3-91AB-652D0D3D98AB}"/>
              </a:ext>
            </a:extLst>
          </p:cNvPr>
          <p:cNvSpPr>
            <a:spLocks noGrp="1"/>
          </p:cNvSpPr>
          <p:nvPr/>
        </p:nvSpPr>
        <p:spPr>
          <a:xfrm>
            <a:off x="552450" y="2909888"/>
            <a:ext cx="11087100" cy="9525"/>
          </a:xfrm>
          <a:prstGeom prst="rect">
            <a:avLst/>
          </a:prstGeom>
          <a:solidFill>
            <a:srgbClr val="D4D9CE"/>
          </a:solidFill>
          <a:ln w="0">
            <a:noFill/>
          </a:ln>
        </p:spPr>
      </p:sp>
      <p:sp>
        <p:nvSpPr>
          <p:cNvPr id="13" name="reveal-11">
            <a:extLst>
              <a:ext uri="{FF2B5EF4-FFF2-40B4-BE49-F238E27FC236}">
                <a16:creationId xmlns:a16="http://schemas.microsoft.com/office/drawing/2014/main" id="{8ECBBED9-7A1E-4590-875F-7FE60E7F291B}"/>
              </a:ext>
            </a:extLst>
          </p:cNvPr>
          <p:cNvSpPr>
            <a:spLocks noGrp="1"/>
          </p:cNvSpPr>
          <p:nvPr/>
        </p:nvSpPr>
        <p:spPr>
          <a:xfrm>
            <a:off x="552450" y="3043238"/>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Caching and quota</a:t>
            </a:r>
          </a:p>
        </p:txBody>
      </p:sp>
      <p:sp>
        <p:nvSpPr>
          <p:cNvPr id="14" name="reveal-12">
            <a:extLst>
              <a:ext uri="{FF2B5EF4-FFF2-40B4-BE49-F238E27FC236}">
                <a16:creationId xmlns:a16="http://schemas.microsoft.com/office/drawing/2014/main" id="{6DF18937-40E5-4D19-823D-6063AB229E12}"/>
              </a:ext>
            </a:extLst>
          </p:cNvPr>
          <p:cNvSpPr>
            <a:spLocks noGrp="1"/>
          </p:cNvSpPr>
          <p:nvPr/>
        </p:nvSpPr>
        <p:spPr>
          <a:xfrm>
            <a:off x="3933825" y="3043238"/>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Five-minute policy and persistent local 100-attempt ceiling</a:t>
            </a:r>
          </a:p>
        </p:txBody>
      </p:sp>
      <p:sp>
        <p:nvSpPr>
          <p:cNvPr id="15" name="background-13">
            <a:extLst>
              <a:ext uri="{FF2B5EF4-FFF2-40B4-BE49-F238E27FC236}">
                <a16:creationId xmlns:a16="http://schemas.microsoft.com/office/drawing/2014/main" id="{61032C16-63A7-4ADE-B679-6C2C0B03CBC3}"/>
              </a:ext>
            </a:extLst>
          </p:cNvPr>
          <p:cNvSpPr>
            <a:spLocks noGrp="1"/>
          </p:cNvSpPr>
          <p:nvPr/>
        </p:nvSpPr>
        <p:spPr>
          <a:xfrm>
            <a:off x="552450" y="3524250"/>
            <a:ext cx="11087100" cy="9525"/>
          </a:xfrm>
          <a:prstGeom prst="rect">
            <a:avLst/>
          </a:prstGeom>
          <a:solidFill>
            <a:srgbClr val="D4D9CE"/>
          </a:solidFill>
          <a:ln w="0">
            <a:noFill/>
          </a:ln>
        </p:spPr>
      </p:sp>
      <p:sp>
        <p:nvSpPr>
          <p:cNvPr id="16" name="reveal-14">
            <a:extLst>
              <a:ext uri="{FF2B5EF4-FFF2-40B4-BE49-F238E27FC236}">
                <a16:creationId xmlns:a16="http://schemas.microsoft.com/office/drawing/2014/main" id="{68FD74C8-220C-4E25-B694-B6B2AFFD4A28}"/>
              </a:ext>
            </a:extLst>
          </p:cNvPr>
          <p:cNvSpPr>
            <a:spLocks noGrp="1"/>
          </p:cNvSpPr>
          <p:nvPr/>
        </p:nvSpPr>
        <p:spPr>
          <a:xfrm>
            <a:off x="552450" y="3657600"/>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Live path</a:t>
            </a:r>
          </a:p>
        </p:txBody>
      </p:sp>
      <p:sp>
        <p:nvSpPr>
          <p:cNvPr id="17" name="reveal-15">
            <a:extLst>
              <a:ext uri="{FF2B5EF4-FFF2-40B4-BE49-F238E27FC236}">
                <a16:creationId xmlns:a16="http://schemas.microsoft.com/office/drawing/2014/main" id="{8CBAA92B-EB8F-4DD5-9E6F-8A5B28A7FA91}"/>
              </a:ext>
            </a:extLst>
          </p:cNvPr>
          <p:cNvSpPr>
            <a:spLocks noGrp="1"/>
          </p:cNvSpPr>
          <p:nvPr/>
        </p:nvSpPr>
        <p:spPr>
          <a:xfrm>
            <a:off x="3933825" y="3657600"/>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Provider snapshot if valid, plus a calculated reference curve</a:t>
            </a:r>
          </a:p>
        </p:txBody>
      </p:sp>
      <p:sp>
        <p:nvSpPr>
          <p:cNvPr id="18" name="background-16">
            <a:extLst>
              <a:ext uri="{FF2B5EF4-FFF2-40B4-BE49-F238E27FC236}">
                <a16:creationId xmlns:a16="http://schemas.microsoft.com/office/drawing/2014/main" id="{219D9F0E-407E-4426-B54B-663C8A5A6CC4}"/>
              </a:ext>
            </a:extLst>
          </p:cNvPr>
          <p:cNvSpPr>
            <a:spLocks noGrp="1"/>
          </p:cNvSpPr>
          <p:nvPr/>
        </p:nvSpPr>
        <p:spPr>
          <a:xfrm>
            <a:off x="552450" y="4138613"/>
            <a:ext cx="11087100" cy="9525"/>
          </a:xfrm>
          <a:prstGeom prst="rect">
            <a:avLst/>
          </a:prstGeom>
          <a:solidFill>
            <a:srgbClr val="D4D9CE"/>
          </a:solidFill>
          <a:ln w="0">
            <a:noFill/>
          </a:ln>
        </p:spPr>
      </p:sp>
      <p:sp>
        <p:nvSpPr>
          <p:cNvPr id="19" name="reveal-17">
            <a:extLst>
              <a:ext uri="{FF2B5EF4-FFF2-40B4-BE49-F238E27FC236}">
                <a16:creationId xmlns:a16="http://schemas.microsoft.com/office/drawing/2014/main" id="{22EAD001-DA32-4FEE-9D88-51557AA8E041}"/>
              </a:ext>
            </a:extLst>
          </p:cNvPr>
          <p:cNvSpPr>
            <a:spLocks noGrp="1"/>
          </p:cNvSpPr>
          <p:nvPr/>
        </p:nvSpPr>
        <p:spPr>
          <a:xfrm>
            <a:off x="552450" y="4271963"/>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START_HERE.cmd</a:t>
            </a:r>
          </a:p>
        </p:txBody>
      </p:sp>
      <p:sp>
        <p:nvSpPr>
          <p:cNvPr id="20" name="reveal-18">
            <a:extLst>
              <a:ext uri="{FF2B5EF4-FFF2-40B4-BE49-F238E27FC236}">
                <a16:creationId xmlns:a16="http://schemas.microsoft.com/office/drawing/2014/main" id="{6B69617A-3F44-4D4B-8BBD-F0428441DE41}"/>
              </a:ext>
            </a:extLst>
          </p:cNvPr>
          <p:cNvSpPr>
            <a:spLocks noGrp="1"/>
          </p:cNvSpPr>
          <p:nvPr/>
        </p:nvSpPr>
        <p:spPr>
          <a:xfrm>
            <a:off x="3933825" y="4271963"/>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Starts the local website and public-sharing setup</a:t>
            </a:r>
          </a:p>
        </p:txBody>
      </p:sp>
      <p:sp>
        <p:nvSpPr>
          <p:cNvPr id="21" name="background-19">
            <a:extLst>
              <a:ext uri="{FF2B5EF4-FFF2-40B4-BE49-F238E27FC236}">
                <a16:creationId xmlns:a16="http://schemas.microsoft.com/office/drawing/2014/main" id="{2906B41D-C0D6-407A-B0BA-24CA4E765EDF}"/>
              </a:ext>
            </a:extLst>
          </p:cNvPr>
          <p:cNvSpPr>
            <a:spLocks noGrp="1"/>
          </p:cNvSpPr>
          <p:nvPr/>
        </p:nvSpPr>
        <p:spPr>
          <a:xfrm>
            <a:off x="552450" y="4752975"/>
            <a:ext cx="11087100" cy="9525"/>
          </a:xfrm>
          <a:prstGeom prst="rect">
            <a:avLst/>
          </a:prstGeom>
          <a:solidFill>
            <a:srgbClr val="D4D9CE"/>
          </a:solidFill>
          <a:ln w="0">
            <a:noFill/>
          </a:ln>
        </p:spPr>
      </p:sp>
      <p:sp>
        <p:nvSpPr>
          <p:cNvPr id="22" name="reveal-20">
            <a:extLst>
              <a:ext uri="{FF2B5EF4-FFF2-40B4-BE49-F238E27FC236}">
                <a16:creationId xmlns:a16="http://schemas.microsoft.com/office/drawing/2014/main" id="{B62FA7DF-F5FE-4B44-AB86-BBD949F6D675}"/>
              </a:ext>
            </a:extLst>
          </p:cNvPr>
          <p:cNvSpPr>
            <a:spLocks noGrp="1"/>
          </p:cNvSpPr>
          <p:nvPr/>
        </p:nvSpPr>
        <p:spPr>
          <a:xfrm>
            <a:off x="552450" y="4886325"/>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Public QR</a:t>
            </a:r>
          </a:p>
        </p:txBody>
      </p:sp>
      <p:sp>
        <p:nvSpPr>
          <p:cNvPr id="23" name="reveal-21">
            <a:extLst>
              <a:ext uri="{FF2B5EF4-FFF2-40B4-BE49-F238E27FC236}">
                <a16:creationId xmlns:a16="http://schemas.microsoft.com/office/drawing/2014/main" id="{2A3D3D73-A14F-46A3-8CEC-50814492AEB4}"/>
              </a:ext>
            </a:extLst>
          </p:cNvPr>
          <p:cNvSpPr>
            <a:spLocks noGrp="1"/>
          </p:cNvSpPr>
          <p:nvPr/>
        </p:nvSpPr>
        <p:spPr>
          <a:xfrm>
            <a:off x="3933825" y="4886325"/>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Current temporary HTTPS link, while laptop and tunnel stay online</a:t>
            </a:r>
          </a:p>
        </p:txBody>
      </p:sp>
      <p:sp>
        <p:nvSpPr>
          <p:cNvPr id="24" name="background-22">
            <a:extLst>
              <a:ext uri="{FF2B5EF4-FFF2-40B4-BE49-F238E27FC236}">
                <a16:creationId xmlns:a16="http://schemas.microsoft.com/office/drawing/2014/main" id="{DEDA7B5A-30D6-454C-8FDE-970F294ABC6D}"/>
              </a:ext>
            </a:extLst>
          </p:cNvPr>
          <p:cNvSpPr>
            <a:spLocks noGrp="1"/>
          </p:cNvSpPr>
          <p:nvPr/>
        </p:nvSpPr>
        <p:spPr>
          <a:xfrm>
            <a:off x="552450" y="5367338"/>
            <a:ext cx="11087100" cy="9525"/>
          </a:xfrm>
          <a:prstGeom prst="rect">
            <a:avLst/>
          </a:prstGeom>
          <a:solidFill>
            <a:srgbClr val="D4D9CE"/>
          </a:solidFill>
          <a:ln w="0">
            <a:noFill/>
          </a:ln>
        </p:spPr>
      </p:sp>
      <p:sp>
        <p:nvSpPr>
          <p:cNvPr id="25" name="reveal-23">
            <a:extLst>
              <a:ext uri="{FF2B5EF4-FFF2-40B4-BE49-F238E27FC236}">
                <a16:creationId xmlns:a16="http://schemas.microsoft.com/office/drawing/2014/main" id="{8F18EC66-42FB-4F01-B8C0-36AEE5915215}"/>
              </a:ext>
            </a:extLst>
          </p:cNvPr>
          <p:cNvSpPr>
            <a:spLocks noGrp="1"/>
          </p:cNvSpPr>
          <p:nvPr/>
        </p:nvSpPr>
        <p:spPr>
          <a:xfrm>
            <a:off x="552450" y="5500688"/>
            <a:ext cx="3114675" cy="452438"/>
          </a:xfrm>
          <a:prstGeom prst="rect">
            <a:avLst/>
          </a:prstGeom>
          <a:noFill/>
          <a:ln w="0">
            <a:noFill/>
          </a:ln>
        </p:spPr>
        <p:txBody>
          <a:bodyPr wrap="square" lIns="0" tIns="0" rIns="0" bIns="0" anchor="t">
            <a:noAutofit/>
          </a:bodyPr>
          <a:lstStyle>
            <a:defPPr>
              <a:defRPr sz="1875" b="1">
                <a:solidFill>
                  <a:srgbClr val="202925"/>
                </a:solidFill>
                <a:latin typeface="Arial"/>
                <a:ea typeface="Arial"/>
                <a:cs typeface="Arial"/>
              </a:defRPr>
            </a:defPPr>
            <a:lvl1pPr>
              <a:defRPr sz="1875" b="1">
                <a:solidFill>
                  <a:srgbClr val="202925"/>
                </a:solidFill>
                <a:latin typeface="Arial"/>
                <a:ea typeface="Arial"/>
                <a:cs typeface="Arial"/>
              </a:defRPr>
            </a:lvl1pPr>
            <a:lvl2pPr>
              <a:defRPr sz="1875" b="1">
                <a:solidFill>
                  <a:srgbClr val="202925"/>
                </a:solidFill>
                <a:latin typeface="Arial"/>
                <a:ea typeface="Arial"/>
                <a:cs typeface="Arial"/>
              </a:defRPr>
            </a:lvl2pPr>
            <a:lvl3pPr>
              <a:defRPr sz="1875" b="1">
                <a:solidFill>
                  <a:srgbClr val="202925"/>
                </a:solidFill>
                <a:latin typeface="Arial"/>
                <a:ea typeface="Arial"/>
                <a:cs typeface="Arial"/>
              </a:defRPr>
            </a:lvl3pPr>
            <a:lvl4pPr>
              <a:defRPr sz="1875" b="1">
                <a:solidFill>
                  <a:srgbClr val="202925"/>
                </a:solidFill>
                <a:latin typeface="Arial"/>
                <a:ea typeface="Arial"/>
                <a:cs typeface="Arial"/>
              </a:defRPr>
            </a:lvl4pPr>
            <a:lvl5pPr>
              <a:defRPr sz="1875" b="1">
                <a:solidFill>
                  <a:srgbClr val="202925"/>
                </a:solidFill>
                <a:latin typeface="Arial"/>
                <a:ea typeface="Arial"/>
                <a:cs typeface="Arial"/>
              </a:defRPr>
            </a:lvl5pPr>
            <a:lvl6pPr>
              <a:defRPr sz="1875" b="1">
                <a:solidFill>
                  <a:srgbClr val="202925"/>
                </a:solidFill>
                <a:latin typeface="Arial"/>
                <a:ea typeface="Arial"/>
                <a:cs typeface="Arial"/>
              </a:defRPr>
            </a:lvl6pPr>
            <a:lvl7pPr>
              <a:defRPr sz="1875" b="1">
                <a:solidFill>
                  <a:srgbClr val="202925"/>
                </a:solidFill>
                <a:latin typeface="Arial"/>
                <a:ea typeface="Arial"/>
                <a:cs typeface="Arial"/>
              </a:defRPr>
            </a:lvl7pPr>
            <a:lvl8pPr>
              <a:defRPr sz="1875" b="1">
                <a:solidFill>
                  <a:srgbClr val="202925"/>
                </a:solidFill>
                <a:latin typeface="Arial"/>
                <a:ea typeface="Arial"/>
                <a:cs typeface="Arial"/>
              </a:defRPr>
            </a:lvl8pPr>
            <a:lvl9pPr>
              <a:defRPr sz="1875" b="1">
                <a:solidFill>
                  <a:srgbClr val="202925"/>
                </a:solidFill>
                <a:latin typeface="Arial"/>
                <a:ea typeface="Arial"/>
                <a:cs typeface="Arial"/>
              </a:defRPr>
            </a:lvl9pPr>
          </a:lstStyle>
          <a:p>
            <a:pPr>
              <a:defRPr sz="1875" b="1">
                <a:solidFill>
                  <a:srgbClr val="202925"/>
                </a:solidFill>
                <a:latin typeface="Arial"/>
                <a:ea typeface="Arial"/>
                <a:cs typeface="Arial"/>
              </a:defRPr>
            </a:pPr>
            <a:r>
              <a:rPr sz="1875" b="1">
                <a:solidFill>
                  <a:srgbClr val="202925"/>
                </a:solidFill>
                <a:latin typeface="Arial"/>
                <a:ea typeface="Arial"/>
                <a:cs typeface="Arial"/>
              </a:rPr>
              <a:t>GitHub</a:t>
            </a:r>
          </a:p>
        </p:txBody>
      </p:sp>
      <p:sp>
        <p:nvSpPr>
          <p:cNvPr id="26" name="reveal-24">
            <a:extLst>
              <a:ext uri="{FF2B5EF4-FFF2-40B4-BE49-F238E27FC236}">
                <a16:creationId xmlns:a16="http://schemas.microsoft.com/office/drawing/2014/main" id="{945A1121-AC4A-4A53-A2C8-214886FAD7F4}"/>
              </a:ext>
            </a:extLst>
          </p:cNvPr>
          <p:cNvSpPr>
            <a:spLocks noGrp="1"/>
          </p:cNvSpPr>
          <p:nvPr/>
        </p:nvSpPr>
        <p:spPr>
          <a:xfrm>
            <a:off x="3933825" y="5500688"/>
            <a:ext cx="7705725" cy="452438"/>
          </a:xfrm>
          <a:prstGeom prst="rect">
            <a:avLst/>
          </a:prstGeom>
          <a:noFill/>
          <a:ln w="0">
            <a:noFill/>
          </a:ln>
        </p:spPr>
        <p:txBody>
          <a:bodyPr wrap="square" lIns="0" tIns="0" rIns="0" bIns="0" anchor="t">
            <a:noAutofit/>
          </a:bodyPr>
          <a:lstStyle>
            <a:defPPr>
              <a:defRPr sz="1875" b="0">
                <a:solidFill>
                  <a:srgbClr val="202925"/>
                </a:solidFill>
                <a:latin typeface="Arial"/>
                <a:ea typeface="Arial"/>
                <a:cs typeface="Arial"/>
              </a:defRPr>
            </a:defPPr>
            <a:lvl1pPr>
              <a:defRPr sz="1875" b="0">
                <a:solidFill>
                  <a:srgbClr val="202925"/>
                </a:solidFill>
                <a:latin typeface="Arial"/>
                <a:ea typeface="Arial"/>
                <a:cs typeface="Arial"/>
              </a:defRPr>
            </a:lvl1pPr>
            <a:lvl2pPr>
              <a:defRPr sz="1875" b="0">
                <a:solidFill>
                  <a:srgbClr val="202925"/>
                </a:solidFill>
                <a:latin typeface="Arial"/>
                <a:ea typeface="Arial"/>
                <a:cs typeface="Arial"/>
              </a:defRPr>
            </a:lvl2pPr>
            <a:lvl3pPr>
              <a:defRPr sz="1875" b="0">
                <a:solidFill>
                  <a:srgbClr val="202925"/>
                </a:solidFill>
                <a:latin typeface="Arial"/>
                <a:ea typeface="Arial"/>
                <a:cs typeface="Arial"/>
              </a:defRPr>
            </a:lvl3pPr>
            <a:lvl4pPr>
              <a:defRPr sz="1875" b="0">
                <a:solidFill>
                  <a:srgbClr val="202925"/>
                </a:solidFill>
                <a:latin typeface="Arial"/>
                <a:ea typeface="Arial"/>
                <a:cs typeface="Arial"/>
              </a:defRPr>
            </a:lvl4pPr>
            <a:lvl5pPr>
              <a:defRPr sz="1875" b="0">
                <a:solidFill>
                  <a:srgbClr val="202925"/>
                </a:solidFill>
                <a:latin typeface="Arial"/>
                <a:ea typeface="Arial"/>
                <a:cs typeface="Arial"/>
              </a:defRPr>
            </a:lvl5pPr>
            <a:lvl6pPr>
              <a:defRPr sz="1875" b="0">
                <a:solidFill>
                  <a:srgbClr val="202925"/>
                </a:solidFill>
                <a:latin typeface="Arial"/>
                <a:ea typeface="Arial"/>
                <a:cs typeface="Arial"/>
              </a:defRPr>
            </a:lvl6pPr>
            <a:lvl7pPr>
              <a:defRPr sz="1875" b="0">
                <a:solidFill>
                  <a:srgbClr val="202925"/>
                </a:solidFill>
                <a:latin typeface="Arial"/>
                <a:ea typeface="Arial"/>
                <a:cs typeface="Arial"/>
              </a:defRPr>
            </a:lvl7pPr>
            <a:lvl8pPr>
              <a:defRPr sz="1875" b="0">
                <a:solidFill>
                  <a:srgbClr val="202925"/>
                </a:solidFill>
                <a:latin typeface="Arial"/>
                <a:ea typeface="Arial"/>
                <a:cs typeface="Arial"/>
              </a:defRPr>
            </a:lvl8pPr>
            <a:lvl9pPr>
              <a:defRPr sz="1875" b="0">
                <a:solidFill>
                  <a:srgbClr val="202925"/>
                </a:solidFill>
                <a:latin typeface="Arial"/>
                <a:ea typeface="Arial"/>
                <a:cs typeface="Arial"/>
              </a:defRPr>
            </a:lvl9pPr>
          </a:lstStyle>
          <a:p>
            <a:pPr>
              <a:defRPr sz="1875" b="0">
                <a:solidFill>
                  <a:srgbClr val="202925"/>
                </a:solidFill>
                <a:latin typeface="Arial"/>
                <a:ea typeface="Arial"/>
                <a:cs typeface="Arial"/>
              </a:defRPr>
            </a:pPr>
            <a:r>
              <a:rPr sz="1875" b="0">
                <a:solidFill>
                  <a:srgbClr val="202925"/>
                </a:solidFill>
                <a:latin typeface="Arial"/>
                <a:ea typeface="Arial"/>
                <a:cs typeface="Arial"/>
              </a:rPr>
              <a:t>Source-code sharing, with separate hosting needed for the backend</a:t>
            </a:r>
          </a:p>
        </p:txBody>
      </p:sp>
    </p:spTree>
    <p:extLst>
      <p:ext uri="{BB962C8B-B14F-4D97-AF65-F5344CB8AC3E}">
        <p14:creationId xmlns:p14="http://schemas.microsoft.com/office/powerpoint/2010/main" val="1131310991"/>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par>
                          <p:cTn id="12" fill="hold">
                            <p:stCondLst>
                              <p:cond delay="530"/>
                            </p:stCondLst>
                            <p:childTnLst>
                              <p:par>
                                <p:cTn id="13" presetID="10" presetClass="entr" presetSubtype="0"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30"/>
                                        <p:tgtEl>
                                          <p:spTgt spid="8"/>
                                        </p:tgtEl>
                                      </p:cBhvr>
                                    </p:animEffect>
                                  </p:childTnLst>
                                </p:cTn>
                              </p:par>
                            </p:childTnLst>
                          </p:cTn>
                        </p:par>
                        <p:par>
                          <p:cTn id="16" fill="hold">
                            <p:stCondLst>
                              <p:cond delay="660"/>
                            </p:stCondLst>
                            <p:childTnLst>
                              <p:par>
                                <p:cTn id="17" presetID="10"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30"/>
                                        <p:tgtEl>
                                          <p:spTgt spid="10"/>
                                        </p:tgtEl>
                                      </p:cBhvr>
                                    </p:animEffect>
                                  </p:childTnLst>
                                </p:cTn>
                              </p:par>
                            </p:childTnLst>
                          </p:cTn>
                        </p:par>
                        <p:par>
                          <p:cTn id="20" fill="hold">
                            <p:stCondLst>
                              <p:cond delay="790"/>
                            </p:stCondLst>
                            <p:childTnLst>
                              <p:par>
                                <p:cTn id="21" presetID="10" presetClass="entr" presetSubtype="0"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30"/>
                                        <p:tgtEl>
                                          <p:spTgt spid="11"/>
                                        </p:tgtEl>
                                      </p:cBhvr>
                                    </p:animEffect>
                                  </p:childTnLst>
                                </p:cTn>
                              </p:par>
                            </p:childTnLst>
                          </p:cTn>
                        </p:par>
                        <p:par>
                          <p:cTn id="24" fill="hold">
                            <p:stCondLst>
                              <p:cond delay="920"/>
                            </p:stCondLst>
                            <p:childTnLst>
                              <p:par>
                                <p:cTn id="25" presetID="10" presetClass="entr" presetSubtype="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30"/>
                                        <p:tgtEl>
                                          <p:spTgt spid="13"/>
                                        </p:tgtEl>
                                      </p:cBhvr>
                                    </p:animEffect>
                                  </p:childTnLst>
                                </p:cTn>
                              </p:par>
                            </p:childTnLst>
                          </p:cTn>
                        </p:par>
                        <p:par>
                          <p:cTn id="28" fill="hold">
                            <p:stCondLst>
                              <p:cond delay="1050"/>
                            </p:stCondLst>
                            <p:childTnLst>
                              <p:par>
                                <p:cTn id="29" presetID="10"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30"/>
                                        <p:tgtEl>
                                          <p:spTgt spid="14"/>
                                        </p:tgtEl>
                                      </p:cBhvr>
                                    </p:animEffect>
                                  </p:childTnLst>
                                </p:cTn>
                              </p:par>
                            </p:childTnLst>
                          </p:cTn>
                        </p:par>
                        <p:par>
                          <p:cTn id="32" fill="hold">
                            <p:stCondLst>
                              <p:cond delay="1180"/>
                            </p:stCondLst>
                            <p:childTnLst>
                              <p:par>
                                <p:cTn id="33" presetID="10" presetClass="entr" presetSubtype="0"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30"/>
                                        <p:tgtEl>
                                          <p:spTgt spid="16"/>
                                        </p:tgtEl>
                                      </p:cBhvr>
                                    </p:animEffect>
                                  </p:childTnLst>
                                </p:cTn>
                              </p:par>
                            </p:childTnLst>
                          </p:cTn>
                        </p:par>
                        <p:par>
                          <p:cTn id="36" fill="hold">
                            <p:stCondLst>
                              <p:cond delay="1310"/>
                            </p:stCondLst>
                            <p:childTnLst>
                              <p:par>
                                <p:cTn id="37" presetID="10" presetClass="entr" presetSubtype="0"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30"/>
                                        <p:tgtEl>
                                          <p:spTgt spid="17"/>
                                        </p:tgtEl>
                                      </p:cBhvr>
                                    </p:animEffect>
                                  </p:childTnLst>
                                </p:cTn>
                              </p:par>
                            </p:childTnLst>
                          </p:cTn>
                        </p:par>
                        <p:par>
                          <p:cTn id="40" fill="hold">
                            <p:stCondLst>
                              <p:cond delay="1440"/>
                            </p:stCondLst>
                            <p:childTnLst>
                              <p:par>
                                <p:cTn id="41" presetID="10" presetClass="entr" presetSubtype="0"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130"/>
                                        <p:tgtEl>
                                          <p:spTgt spid="19"/>
                                        </p:tgtEl>
                                      </p:cBhvr>
                                    </p:animEffect>
                                  </p:childTnLst>
                                </p:cTn>
                              </p:par>
                            </p:childTnLst>
                          </p:cTn>
                        </p:par>
                        <p:par>
                          <p:cTn id="44" fill="hold">
                            <p:stCondLst>
                              <p:cond delay="1570"/>
                            </p:stCondLst>
                            <p:childTnLst>
                              <p:par>
                                <p:cTn id="45" presetID="10" presetClass="entr" presetSubtype="0"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130"/>
                                        <p:tgtEl>
                                          <p:spTgt spid="20"/>
                                        </p:tgtEl>
                                      </p:cBhvr>
                                    </p:animEffect>
                                  </p:childTnLst>
                                </p:cTn>
                              </p:par>
                            </p:childTnLst>
                          </p:cTn>
                        </p:par>
                        <p:par>
                          <p:cTn id="48" fill="hold">
                            <p:stCondLst>
                              <p:cond delay="1700"/>
                            </p:stCondLst>
                            <p:childTnLst>
                              <p:par>
                                <p:cTn id="49" presetID="10"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130"/>
                                        <p:tgtEl>
                                          <p:spTgt spid="22"/>
                                        </p:tgtEl>
                                      </p:cBhvr>
                                    </p:animEffect>
                                  </p:childTnLst>
                                </p:cTn>
                              </p:par>
                            </p:childTnLst>
                          </p:cTn>
                        </p:par>
                        <p:par>
                          <p:cTn id="52" fill="hold">
                            <p:stCondLst>
                              <p:cond delay="1830"/>
                            </p:stCondLst>
                            <p:childTnLst>
                              <p:par>
                                <p:cTn id="53" presetID="10" presetClass="entr"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130"/>
                                        <p:tgtEl>
                                          <p:spTgt spid="23"/>
                                        </p:tgtEl>
                                      </p:cBhvr>
                                    </p:animEffect>
                                  </p:childTnLst>
                                </p:cTn>
                              </p:par>
                            </p:childTnLst>
                          </p:cTn>
                        </p:par>
                        <p:par>
                          <p:cTn id="56" fill="hold">
                            <p:stCondLst>
                              <p:cond delay="196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30"/>
                                        <p:tgtEl>
                                          <p:spTgt spid="25"/>
                                        </p:tgtEl>
                                      </p:cBhvr>
                                    </p:animEffect>
                                  </p:childTnLst>
                                </p:cTn>
                              </p:par>
                            </p:childTnLst>
                          </p:cTn>
                        </p:par>
                        <p:par>
                          <p:cTn id="60" fill="hold">
                            <p:stCondLst>
                              <p:cond delay="2090"/>
                            </p:stCondLst>
                            <p:childTnLst>
                              <p:par>
                                <p:cTn id="61" presetID="10" presetClass="entr" presetSubtype="0" fill="hold" grpId="0"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13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0" grpId="0"/>
      <p:bldP spid="11" grpId="0"/>
      <p:bldP spid="13" grpId="0"/>
      <p:bldP spid="14" grpId="0"/>
      <p:bldP spid="16" grpId="0"/>
      <p:bldP spid="17" grpId="0"/>
      <p:bldP spid="19" grpId="0"/>
      <p:bldP spid="20" grpId="0"/>
      <p:bldP spid="22" grpId="0"/>
      <p:bldP spid="23" grpId="0"/>
      <p:bldP spid="25"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E1C"/>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AAAE32FC-E87C-40D8-868E-33B7DBCB3400}"/>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D5AF83"/>
                </a:solidFill>
                <a:latin typeface="Arial"/>
                <a:ea typeface="Arial"/>
                <a:cs typeface="Arial"/>
              </a:defRPr>
            </a:defPPr>
            <a:lvl1pPr>
              <a:defRPr sz="1275" b="1">
                <a:solidFill>
                  <a:srgbClr val="D5AF83"/>
                </a:solidFill>
                <a:latin typeface="Arial"/>
                <a:ea typeface="Arial"/>
                <a:cs typeface="Arial"/>
              </a:defRPr>
            </a:lvl1pPr>
            <a:lvl2pPr>
              <a:defRPr sz="1275" b="1">
                <a:solidFill>
                  <a:srgbClr val="D5AF83"/>
                </a:solidFill>
                <a:latin typeface="Arial"/>
                <a:ea typeface="Arial"/>
                <a:cs typeface="Arial"/>
              </a:defRPr>
            </a:lvl2pPr>
            <a:lvl3pPr>
              <a:defRPr sz="1275" b="1">
                <a:solidFill>
                  <a:srgbClr val="D5AF83"/>
                </a:solidFill>
                <a:latin typeface="Arial"/>
                <a:ea typeface="Arial"/>
                <a:cs typeface="Arial"/>
              </a:defRPr>
            </a:lvl3pPr>
            <a:lvl4pPr>
              <a:defRPr sz="1275" b="1">
                <a:solidFill>
                  <a:srgbClr val="D5AF83"/>
                </a:solidFill>
                <a:latin typeface="Arial"/>
                <a:ea typeface="Arial"/>
                <a:cs typeface="Arial"/>
              </a:defRPr>
            </a:lvl4pPr>
            <a:lvl5pPr>
              <a:defRPr sz="1275" b="1">
                <a:solidFill>
                  <a:srgbClr val="D5AF83"/>
                </a:solidFill>
                <a:latin typeface="Arial"/>
                <a:ea typeface="Arial"/>
                <a:cs typeface="Arial"/>
              </a:defRPr>
            </a:lvl5pPr>
            <a:lvl6pPr>
              <a:defRPr sz="1275" b="1">
                <a:solidFill>
                  <a:srgbClr val="D5AF83"/>
                </a:solidFill>
                <a:latin typeface="Arial"/>
                <a:ea typeface="Arial"/>
                <a:cs typeface="Arial"/>
              </a:defRPr>
            </a:lvl6pPr>
            <a:lvl7pPr>
              <a:defRPr sz="1275" b="1">
                <a:solidFill>
                  <a:srgbClr val="D5AF83"/>
                </a:solidFill>
                <a:latin typeface="Arial"/>
                <a:ea typeface="Arial"/>
                <a:cs typeface="Arial"/>
              </a:defRPr>
            </a:lvl7pPr>
            <a:lvl8pPr>
              <a:defRPr sz="1275" b="1">
                <a:solidFill>
                  <a:srgbClr val="D5AF83"/>
                </a:solidFill>
                <a:latin typeface="Arial"/>
                <a:ea typeface="Arial"/>
                <a:cs typeface="Arial"/>
              </a:defRPr>
            </a:lvl8pPr>
            <a:lvl9pPr>
              <a:defRPr sz="1275" b="1">
                <a:solidFill>
                  <a:srgbClr val="D5AF83"/>
                </a:solidFill>
                <a:latin typeface="Arial"/>
                <a:ea typeface="Arial"/>
                <a:cs typeface="Arial"/>
              </a:defRPr>
            </a:lvl9pPr>
          </a:lstStyle>
          <a:p>
            <a:pPr>
              <a:defRPr sz="1275" b="1">
                <a:solidFill>
                  <a:srgbClr val="D5AF83"/>
                </a:solidFill>
                <a:latin typeface="Arial"/>
                <a:ea typeface="Arial"/>
                <a:cs typeface="Arial"/>
              </a:defRPr>
            </a:pPr>
            <a:r>
              <a:rPr sz="1275" b="1">
                <a:solidFill>
                  <a:srgbClr val="D5AF83"/>
                </a:solidFill>
                <a:latin typeface="Arial"/>
                <a:ea typeface="Arial"/>
                <a:cs typeface="Arial"/>
              </a:rPr>
              <a:t>AEROPREDICT</a:t>
            </a:r>
          </a:p>
        </p:txBody>
      </p:sp>
      <p:sp>
        <p:nvSpPr>
          <p:cNvPr id="3" name="footer-2-1">
            <a:extLst>
              <a:ext uri="{FF2B5EF4-FFF2-40B4-BE49-F238E27FC236}">
                <a16:creationId xmlns:a16="http://schemas.microsoft.com/office/drawing/2014/main" id="{096F0F85-B273-4B76-8553-98064D60C60D}"/>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BBC6B8"/>
                </a:solidFill>
                <a:latin typeface="Arial"/>
                <a:ea typeface="Arial"/>
                <a:cs typeface="Arial"/>
              </a:defRPr>
            </a:defPPr>
            <a:lvl1pPr>
              <a:defRPr sz="975" b="0">
                <a:solidFill>
                  <a:srgbClr val="BBC6B8"/>
                </a:solidFill>
                <a:latin typeface="Arial"/>
                <a:ea typeface="Arial"/>
                <a:cs typeface="Arial"/>
              </a:defRPr>
            </a:lvl1pPr>
            <a:lvl2pPr>
              <a:defRPr sz="975" b="0">
                <a:solidFill>
                  <a:srgbClr val="BBC6B8"/>
                </a:solidFill>
                <a:latin typeface="Arial"/>
                <a:ea typeface="Arial"/>
                <a:cs typeface="Arial"/>
              </a:defRPr>
            </a:lvl2pPr>
            <a:lvl3pPr>
              <a:defRPr sz="975" b="0">
                <a:solidFill>
                  <a:srgbClr val="BBC6B8"/>
                </a:solidFill>
                <a:latin typeface="Arial"/>
                <a:ea typeface="Arial"/>
                <a:cs typeface="Arial"/>
              </a:defRPr>
            </a:lvl3pPr>
            <a:lvl4pPr>
              <a:defRPr sz="975" b="0">
                <a:solidFill>
                  <a:srgbClr val="BBC6B8"/>
                </a:solidFill>
                <a:latin typeface="Arial"/>
                <a:ea typeface="Arial"/>
                <a:cs typeface="Arial"/>
              </a:defRPr>
            </a:lvl4pPr>
            <a:lvl5pPr>
              <a:defRPr sz="975" b="0">
                <a:solidFill>
                  <a:srgbClr val="BBC6B8"/>
                </a:solidFill>
                <a:latin typeface="Arial"/>
                <a:ea typeface="Arial"/>
                <a:cs typeface="Arial"/>
              </a:defRPr>
            </a:lvl5pPr>
            <a:lvl6pPr>
              <a:defRPr sz="975" b="0">
                <a:solidFill>
                  <a:srgbClr val="BBC6B8"/>
                </a:solidFill>
                <a:latin typeface="Arial"/>
                <a:ea typeface="Arial"/>
                <a:cs typeface="Arial"/>
              </a:defRPr>
            </a:lvl6pPr>
            <a:lvl7pPr>
              <a:defRPr sz="975" b="0">
                <a:solidFill>
                  <a:srgbClr val="BBC6B8"/>
                </a:solidFill>
                <a:latin typeface="Arial"/>
                <a:ea typeface="Arial"/>
                <a:cs typeface="Arial"/>
              </a:defRPr>
            </a:lvl7pPr>
            <a:lvl8pPr>
              <a:defRPr sz="975" b="0">
                <a:solidFill>
                  <a:srgbClr val="BBC6B8"/>
                </a:solidFill>
                <a:latin typeface="Arial"/>
                <a:ea typeface="Arial"/>
                <a:cs typeface="Arial"/>
              </a:defRPr>
            </a:lvl8pPr>
            <a:lvl9pPr>
              <a:defRPr sz="975" b="0">
                <a:solidFill>
                  <a:srgbClr val="BBC6B8"/>
                </a:solidFill>
                <a:latin typeface="Arial"/>
                <a:ea typeface="Arial"/>
                <a:cs typeface="Arial"/>
              </a:defRPr>
            </a:lvl9pPr>
          </a:lstStyle>
          <a:p>
            <a:pPr>
              <a:defRPr sz="975" b="0">
                <a:solidFill>
                  <a:srgbClr val="BBC6B8"/>
                </a:solidFill>
                <a:latin typeface="Arial"/>
                <a:ea typeface="Arial"/>
                <a:cs typeface="Arial"/>
              </a:defRPr>
            </a:pPr>
            <a:r>
              <a:rPr sz="975" b="0">
                <a:solidFill>
                  <a:srgbClr val="BBC6B8"/>
                </a:solidFill>
                <a:latin typeface="Arial"/>
                <a:ea typeface="Arial"/>
                <a:cs typeface="Arial"/>
              </a:rPr>
              <a:t>TEAM EXPLANATION AND VIVA</a:t>
            </a:r>
          </a:p>
        </p:txBody>
      </p:sp>
      <p:sp>
        <p:nvSpPr>
          <p:cNvPr id="4" name="footer-3-2">
            <a:extLst>
              <a:ext uri="{FF2B5EF4-FFF2-40B4-BE49-F238E27FC236}">
                <a16:creationId xmlns:a16="http://schemas.microsoft.com/office/drawing/2014/main" id="{226D4C78-108A-404C-B71D-97EC6BFD6B37}"/>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D5AF83"/>
                </a:solidFill>
                <a:latin typeface="Arial"/>
                <a:ea typeface="Arial"/>
                <a:cs typeface="Arial"/>
              </a:defRPr>
            </a:defPPr>
            <a:lvl1pPr>
              <a:defRPr sz="1125" b="0">
                <a:solidFill>
                  <a:srgbClr val="D5AF83"/>
                </a:solidFill>
                <a:latin typeface="Arial"/>
                <a:ea typeface="Arial"/>
                <a:cs typeface="Arial"/>
              </a:defRPr>
            </a:lvl1pPr>
            <a:lvl2pPr>
              <a:defRPr sz="1125" b="0">
                <a:solidFill>
                  <a:srgbClr val="D5AF83"/>
                </a:solidFill>
                <a:latin typeface="Arial"/>
                <a:ea typeface="Arial"/>
                <a:cs typeface="Arial"/>
              </a:defRPr>
            </a:lvl2pPr>
            <a:lvl3pPr>
              <a:defRPr sz="1125" b="0">
                <a:solidFill>
                  <a:srgbClr val="D5AF83"/>
                </a:solidFill>
                <a:latin typeface="Arial"/>
                <a:ea typeface="Arial"/>
                <a:cs typeface="Arial"/>
              </a:defRPr>
            </a:lvl3pPr>
            <a:lvl4pPr>
              <a:defRPr sz="1125" b="0">
                <a:solidFill>
                  <a:srgbClr val="D5AF83"/>
                </a:solidFill>
                <a:latin typeface="Arial"/>
                <a:ea typeface="Arial"/>
                <a:cs typeface="Arial"/>
              </a:defRPr>
            </a:lvl4pPr>
            <a:lvl5pPr>
              <a:defRPr sz="1125" b="0">
                <a:solidFill>
                  <a:srgbClr val="D5AF83"/>
                </a:solidFill>
                <a:latin typeface="Arial"/>
                <a:ea typeface="Arial"/>
                <a:cs typeface="Arial"/>
              </a:defRPr>
            </a:lvl5pPr>
            <a:lvl6pPr>
              <a:defRPr sz="1125" b="0">
                <a:solidFill>
                  <a:srgbClr val="D5AF83"/>
                </a:solidFill>
                <a:latin typeface="Arial"/>
                <a:ea typeface="Arial"/>
                <a:cs typeface="Arial"/>
              </a:defRPr>
            </a:lvl6pPr>
            <a:lvl7pPr>
              <a:defRPr sz="1125" b="0">
                <a:solidFill>
                  <a:srgbClr val="D5AF83"/>
                </a:solidFill>
                <a:latin typeface="Arial"/>
                <a:ea typeface="Arial"/>
                <a:cs typeface="Arial"/>
              </a:defRPr>
            </a:lvl7pPr>
            <a:lvl8pPr>
              <a:defRPr sz="1125" b="0">
                <a:solidFill>
                  <a:srgbClr val="D5AF83"/>
                </a:solidFill>
                <a:latin typeface="Arial"/>
                <a:ea typeface="Arial"/>
                <a:cs typeface="Arial"/>
              </a:defRPr>
            </a:lvl8pPr>
            <a:lvl9pPr>
              <a:defRPr sz="1125" b="0">
                <a:solidFill>
                  <a:srgbClr val="D5AF83"/>
                </a:solidFill>
                <a:latin typeface="Arial"/>
                <a:ea typeface="Arial"/>
                <a:cs typeface="Arial"/>
              </a:defRPr>
            </a:lvl9pPr>
          </a:lstStyle>
          <a:p>
            <a:pPr>
              <a:defRPr sz="1125" b="0">
                <a:solidFill>
                  <a:srgbClr val="D5AF83"/>
                </a:solidFill>
                <a:latin typeface="Arial"/>
                <a:ea typeface="Arial"/>
                <a:cs typeface="Arial"/>
              </a:defRPr>
            </a:pPr>
            <a:r>
              <a:rPr sz="1125" b="0">
                <a:solidFill>
                  <a:srgbClr val="D5AF83"/>
                </a:solidFill>
                <a:latin typeface="Arial"/>
                <a:ea typeface="Arial"/>
                <a:cs typeface="Arial"/>
              </a:rPr>
              <a:t>11 / 12</a:t>
            </a:r>
          </a:p>
        </p:txBody>
      </p:sp>
      <p:sp>
        <p:nvSpPr>
          <p:cNvPr id="5" name="title-1-3">
            <a:extLst>
              <a:ext uri="{FF2B5EF4-FFF2-40B4-BE49-F238E27FC236}">
                <a16:creationId xmlns:a16="http://schemas.microsoft.com/office/drawing/2014/main" id="{D0A048FF-B3CE-4991-ADE6-CDE9E84DEB72}"/>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300" b="1">
                <a:solidFill>
                  <a:srgbClr val="F4F1E9"/>
                </a:solidFill>
                <a:latin typeface="Arial"/>
                <a:ea typeface="Arial"/>
                <a:cs typeface="Arial"/>
              </a:defRPr>
            </a:defPPr>
            <a:lvl1pPr>
              <a:defRPr sz="3300" b="1">
                <a:solidFill>
                  <a:srgbClr val="F4F1E9"/>
                </a:solidFill>
                <a:latin typeface="Arial"/>
                <a:ea typeface="Arial"/>
                <a:cs typeface="Arial"/>
              </a:defRPr>
            </a:lvl1pPr>
            <a:lvl2pPr>
              <a:defRPr sz="3300" b="1">
                <a:solidFill>
                  <a:srgbClr val="F4F1E9"/>
                </a:solidFill>
                <a:latin typeface="Arial"/>
                <a:ea typeface="Arial"/>
                <a:cs typeface="Arial"/>
              </a:defRPr>
            </a:lvl2pPr>
            <a:lvl3pPr>
              <a:defRPr sz="3300" b="1">
                <a:solidFill>
                  <a:srgbClr val="F4F1E9"/>
                </a:solidFill>
                <a:latin typeface="Arial"/>
                <a:ea typeface="Arial"/>
                <a:cs typeface="Arial"/>
              </a:defRPr>
            </a:lvl3pPr>
            <a:lvl4pPr>
              <a:defRPr sz="3300" b="1">
                <a:solidFill>
                  <a:srgbClr val="F4F1E9"/>
                </a:solidFill>
                <a:latin typeface="Arial"/>
                <a:ea typeface="Arial"/>
                <a:cs typeface="Arial"/>
              </a:defRPr>
            </a:lvl4pPr>
            <a:lvl5pPr>
              <a:defRPr sz="3300" b="1">
                <a:solidFill>
                  <a:srgbClr val="F4F1E9"/>
                </a:solidFill>
                <a:latin typeface="Arial"/>
                <a:ea typeface="Arial"/>
                <a:cs typeface="Arial"/>
              </a:defRPr>
            </a:lvl5pPr>
            <a:lvl6pPr>
              <a:defRPr sz="3300" b="1">
                <a:solidFill>
                  <a:srgbClr val="F4F1E9"/>
                </a:solidFill>
                <a:latin typeface="Arial"/>
                <a:ea typeface="Arial"/>
                <a:cs typeface="Arial"/>
              </a:defRPr>
            </a:lvl6pPr>
            <a:lvl7pPr>
              <a:defRPr sz="3300" b="1">
                <a:solidFill>
                  <a:srgbClr val="F4F1E9"/>
                </a:solidFill>
                <a:latin typeface="Arial"/>
                <a:ea typeface="Arial"/>
                <a:cs typeface="Arial"/>
              </a:defRPr>
            </a:lvl7pPr>
            <a:lvl8pPr>
              <a:defRPr sz="3300" b="1">
                <a:solidFill>
                  <a:srgbClr val="F4F1E9"/>
                </a:solidFill>
                <a:latin typeface="Arial"/>
                <a:ea typeface="Arial"/>
                <a:cs typeface="Arial"/>
              </a:defRPr>
            </a:lvl8pPr>
            <a:lvl9pPr>
              <a:defRPr sz="3300" b="1">
                <a:solidFill>
                  <a:srgbClr val="F4F1E9"/>
                </a:solidFill>
                <a:latin typeface="Arial"/>
                <a:ea typeface="Arial"/>
                <a:cs typeface="Arial"/>
              </a:defRPr>
            </a:lvl9pPr>
          </a:lstStyle>
          <a:p>
            <a:pPr>
              <a:defRPr sz="3300" b="1">
                <a:solidFill>
                  <a:srgbClr val="F4F1E9"/>
                </a:solidFill>
                <a:latin typeface="Arial"/>
                <a:ea typeface="Arial"/>
                <a:cs typeface="Arial"/>
              </a:defRPr>
            </a:pPr>
            <a:r>
              <a:rPr sz="3300" b="1">
                <a:solidFill>
                  <a:srgbClr val="F4F1E9"/>
                </a:solidFill>
                <a:latin typeface="Arial"/>
                <a:ea typeface="Arial"/>
                <a:cs typeface="Arial"/>
              </a:rPr>
              <a:t>Viva questions: machine learning</a:t>
            </a:r>
          </a:p>
        </p:txBody>
      </p:sp>
      <p:sp>
        <p:nvSpPr>
          <p:cNvPr id="6" name="background-4">
            <a:extLst>
              <a:ext uri="{FF2B5EF4-FFF2-40B4-BE49-F238E27FC236}">
                <a16:creationId xmlns:a16="http://schemas.microsoft.com/office/drawing/2014/main" id="{3CA3EB4E-8790-4D2F-9867-D5E561579224}"/>
              </a:ext>
            </a:extLst>
          </p:cNvPr>
          <p:cNvSpPr>
            <a:spLocks noGrp="1"/>
          </p:cNvSpPr>
          <p:nvPr/>
        </p:nvSpPr>
        <p:spPr>
          <a:xfrm>
            <a:off x="552450" y="6257925"/>
            <a:ext cx="9906000" cy="9525"/>
          </a:xfrm>
          <a:prstGeom prst="rect">
            <a:avLst/>
          </a:prstGeom>
          <a:solidFill>
            <a:srgbClr val="435046"/>
          </a:solidFill>
          <a:ln w="0">
            <a:noFill/>
          </a:ln>
        </p:spPr>
      </p:sp>
      <p:graphicFrame>
        <p:nvGraphicFramePr>
          <p:cNvPr id="7" name="Table 6">
            <a:extLst>
              <a:ext uri="{FF2B5EF4-FFF2-40B4-BE49-F238E27FC236}">
                <a16:creationId xmlns:a16="http://schemas.microsoft.com/office/drawing/2014/main" id="{574E8E63-D6B5-44D8-A486-5F3E51EA9201}"/>
              </a:ext>
            </a:extLst>
          </p:cNvPr>
          <p:cNvGraphicFramePr/>
          <p:nvPr/>
        </p:nvGraphicFramePr>
        <p:xfrm>
          <a:off x="552450" y="2047875"/>
          <a:ext cx="11087100" cy="3857625"/>
        </p:xfrm>
        <a:graphic>
          <a:graphicData uri="http://schemas.openxmlformats.org/drawingml/2006/table">
            <a:tbl>
              <a:tblPr firstRow="1"/>
              <a:tblGrid>
                <a:gridCol w="43053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642938">
                <a:tc>
                  <a:txBody>
                    <a:bodyPr/>
                    <a:lstStyle/>
                    <a:p>
                      <a:r>
                        <a:rPr sz="1800" b="1">
                          <a:solidFill>
                            <a:srgbClr val="F4F1E9"/>
                          </a:solidFill>
                          <a:latin typeface="Arial"/>
                          <a:ea typeface="Arial"/>
                          <a:cs typeface="Arial"/>
                        </a:rPr>
                        <a:t>Mam may ask</a:t>
                      </a:r>
                    </a:p>
                  </a:txBody>
                  <a:tcPr anchor="ctr">
                    <a:lnL w="0">
                      <a:noFill/>
                      <a:prstDash val="solid"/>
                    </a:lnL>
                    <a:lnR w="0">
                      <a:noFill/>
                      <a:prstDash val="solid"/>
                    </a:lnR>
                    <a:lnT w="0">
                      <a:noFill/>
                      <a:prstDash val="solid"/>
                    </a:lnT>
                    <a:lnB w="0">
                      <a:noFill/>
                      <a:prstDash val="solid"/>
                    </a:lnB>
                    <a:solidFill>
                      <a:srgbClr val="344639"/>
                    </a:solidFill>
                  </a:tcPr>
                </a:tc>
                <a:tc>
                  <a:txBody>
                    <a:bodyPr/>
                    <a:lstStyle/>
                    <a:p>
                      <a:r>
                        <a:rPr sz="1800" b="1">
                          <a:solidFill>
                            <a:srgbClr val="F4F1E9"/>
                          </a:solidFill>
                          <a:latin typeface="Arial"/>
                          <a:ea typeface="Arial"/>
                          <a:cs typeface="Arial"/>
                        </a:rPr>
                        <a:t>Short answer</a:t>
                      </a:r>
                    </a:p>
                  </a:txBody>
                  <a:tcPr anchor="ctr">
                    <a:lnL>
                      <a:noFill/>
                    </a:lnL>
                    <a:lnR w="0">
                      <a:noFill/>
                      <a:prstDash val="solid"/>
                    </a:lnR>
                    <a:lnT w="0">
                      <a:noFill/>
                      <a:prstDash val="solid"/>
                    </a:lnT>
                    <a:lnB w="0">
                      <a:noFill/>
                      <a:prstDash val="solid"/>
                    </a:lnB>
                    <a:solidFill>
                      <a:srgbClr val="344639"/>
                    </a:solidFill>
                  </a:tcPr>
                </a:tc>
                <a:extLst>
                  <a:ext uri="{0D108BD9-81ED-4DB2-BD59-A6C34878D82A}">
                    <a16:rowId xmlns:a16="http://schemas.microsoft.com/office/drawing/2014/main" val="10000"/>
                  </a:ext>
                </a:extLst>
              </a:tr>
              <a:tr h="642938">
                <a:tc>
                  <a:txBody>
                    <a:bodyPr/>
                    <a:lstStyle/>
                    <a:p>
                      <a:r>
                        <a:rPr sz="1875" b="1">
                          <a:solidFill>
                            <a:srgbClr val="F4F1E9"/>
                          </a:solidFill>
                          <a:latin typeface="Arial"/>
                          <a:ea typeface="Arial"/>
                          <a:cs typeface="Arial"/>
                        </a:rPr>
                        <a:t>Where is Random Forest used?</a:t>
                      </a:r>
                    </a:p>
                  </a:txBody>
                  <a:tcPr anchor="ctr">
                    <a:lnL w="0">
                      <a:noFill/>
                      <a:prstDash val="solid"/>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In our separate Python training and evaluation study.</a:t>
                      </a:r>
                    </a:p>
                  </a:txBody>
                  <a:tcPr anchor="ctr">
                    <a:lnL>
                      <a:noFill/>
                    </a:lnL>
                    <a:lnR w="0">
                      <a:noFill/>
                      <a:prstDash val="solid"/>
                    </a:lnR>
                    <a:lnT>
                      <a:noFill/>
                    </a:lnT>
                    <a:lnB w="0">
                      <a:noFill/>
                      <a:prstDash val="solid"/>
                    </a:lnB>
                    <a:solidFill>
                      <a:srgbClr val="171E1C"/>
                    </a:solidFill>
                  </a:tcPr>
                </a:tc>
                <a:extLst>
                  <a:ext uri="{0D108BD9-81ED-4DB2-BD59-A6C34878D82A}">
                    <a16:rowId xmlns:a16="http://schemas.microsoft.com/office/drawing/2014/main" val="10001"/>
                  </a:ext>
                </a:extLst>
              </a:tr>
              <a:tr h="642938">
                <a:tc>
                  <a:txBody>
                    <a:bodyPr/>
                    <a:lstStyle/>
                    <a:p>
                      <a:r>
                        <a:rPr sz="1875" b="1">
                          <a:solidFill>
                            <a:srgbClr val="F4F1E9"/>
                          </a:solidFill>
                          <a:latin typeface="Arial"/>
                          <a:ea typeface="Arial"/>
                          <a:cs typeface="Arial"/>
                        </a:rPr>
                        <a:t>Did you change the dataset?</a:t>
                      </a:r>
                    </a:p>
                  </a:txBody>
                  <a:tcPr anchor="ctr">
                    <a:lnL w="0">
                      <a:noFill/>
                      <a:prstDash val="solid"/>
                    </a:lnL>
                    <a:lnR w="0">
                      <a:noFill/>
                      <a:prstDash val="solid"/>
                    </a:lnR>
                    <a:lnT>
                      <a:noFill/>
                    </a:lnT>
                    <a:lnB w="0">
                      <a:noFill/>
                      <a:prstDash val="solid"/>
                    </a:lnB>
                    <a:solidFill>
                      <a:srgbClr val="233028"/>
                    </a:solidFill>
                  </a:tcPr>
                </a:tc>
                <a:tc>
                  <a:txBody>
                    <a:bodyPr/>
                    <a:lstStyle/>
                    <a:p>
                      <a:r>
                        <a:rPr sz="1875" b="0">
                          <a:solidFill>
                            <a:srgbClr val="F4F1E9"/>
                          </a:solidFill>
                          <a:latin typeface="Arial"/>
                          <a:ea typeface="Arial"/>
                          <a:cs typeface="Arial"/>
                        </a:rPr>
                        <a:t>No. The 6000 rows and ten original raw features are unchanged.</a:t>
                      </a:r>
                    </a:p>
                  </a:txBody>
                  <a:tcPr anchor="ctr">
                    <a:lnL>
                      <a:noFill/>
                    </a:lnL>
                    <a:lnR w="0">
                      <a:noFill/>
                      <a:prstDash val="solid"/>
                    </a:lnR>
                    <a:lnT>
                      <a:noFill/>
                    </a:lnT>
                    <a:lnB w="0">
                      <a:noFill/>
                      <a:prstDash val="solid"/>
                    </a:lnB>
                    <a:solidFill>
                      <a:srgbClr val="233028"/>
                    </a:solidFill>
                  </a:tcPr>
                </a:tc>
                <a:extLst>
                  <a:ext uri="{0D108BD9-81ED-4DB2-BD59-A6C34878D82A}">
                    <a16:rowId xmlns:a16="http://schemas.microsoft.com/office/drawing/2014/main" val="10002"/>
                  </a:ext>
                </a:extLst>
              </a:tr>
              <a:tr h="642938">
                <a:tc>
                  <a:txBody>
                    <a:bodyPr/>
                    <a:lstStyle/>
                    <a:p>
                      <a:r>
                        <a:rPr sz="1875" b="1">
                          <a:solidFill>
                            <a:srgbClr val="F4F1E9"/>
                          </a:solidFill>
                          <a:latin typeface="Arial"/>
                          <a:ea typeface="Arial"/>
                          <a:cs typeface="Arial"/>
                        </a:rPr>
                        <a:t>Why use many trees?</a:t>
                      </a:r>
                    </a:p>
                  </a:txBody>
                  <a:tcPr anchor="ctr">
                    <a:lnL w="0">
                      <a:noFill/>
                      <a:prstDash val="solid"/>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Averaging diverse trees reduces dependence on one tree.</a:t>
                      </a:r>
                    </a:p>
                  </a:txBody>
                  <a:tcPr anchor="ctr">
                    <a:lnL>
                      <a:noFill/>
                    </a:lnL>
                    <a:lnR w="0">
                      <a:noFill/>
                      <a:prstDash val="solid"/>
                    </a:lnR>
                    <a:lnT>
                      <a:noFill/>
                    </a:lnT>
                    <a:lnB w="0">
                      <a:noFill/>
                      <a:prstDash val="solid"/>
                    </a:lnB>
                    <a:solidFill>
                      <a:srgbClr val="171E1C"/>
                    </a:solidFill>
                  </a:tcPr>
                </a:tc>
                <a:extLst>
                  <a:ext uri="{0D108BD9-81ED-4DB2-BD59-A6C34878D82A}">
                    <a16:rowId xmlns:a16="http://schemas.microsoft.com/office/drawing/2014/main" val="10003"/>
                  </a:ext>
                </a:extLst>
              </a:tr>
              <a:tr h="642938">
                <a:tc>
                  <a:txBody>
                    <a:bodyPr/>
                    <a:lstStyle/>
                    <a:p>
                      <a:r>
                        <a:rPr sz="1875" b="1">
                          <a:solidFill>
                            <a:srgbClr val="F4F1E9"/>
                          </a:solidFill>
                          <a:latin typeface="Arial"/>
                          <a:ea typeface="Arial"/>
                          <a:cs typeface="Arial"/>
                        </a:rPr>
                        <a:t>How did you avoid data leakage?</a:t>
                      </a:r>
                    </a:p>
                  </a:txBody>
                  <a:tcPr anchor="ctr">
                    <a:lnL w="0">
                      <a:noFill/>
                      <a:prstDash val="solid"/>
                    </a:lnL>
                    <a:lnR w="0">
                      <a:noFill/>
                      <a:prstDash val="solid"/>
                    </a:lnR>
                    <a:lnT>
                      <a:noFill/>
                    </a:lnT>
                    <a:lnB w="0">
                      <a:noFill/>
                      <a:prstDash val="solid"/>
                    </a:lnB>
                    <a:solidFill>
                      <a:srgbClr val="233028"/>
                    </a:solidFill>
                  </a:tcPr>
                </a:tc>
                <a:tc>
                  <a:txBody>
                    <a:bodyPr/>
                    <a:lstStyle/>
                    <a:p>
                      <a:r>
                        <a:rPr sz="1875" b="0">
                          <a:solidFill>
                            <a:srgbClr val="F4F1E9"/>
                          </a:solidFill>
                          <a:latin typeface="Arial"/>
                          <a:ea typeface="Arial"/>
                          <a:cs typeface="Arial"/>
                        </a:rPr>
                        <a:t>Train-only encoding, date-separated splits and no target inputs.</a:t>
                      </a:r>
                    </a:p>
                  </a:txBody>
                  <a:tcPr anchor="ctr">
                    <a:lnL>
                      <a:noFill/>
                    </a:lnL>
                    <a:lnR w="0">
                      <a:noFill/>
                      <a:prstDash val="solid"/>
                    </a:lnR>
                    <a:lnT>
                      <a:noFill/>
                    </a:lnT>
                    <a:lnB w="0">
                      <a:noFill/>
                      <a:prstDash val="solid"/>
                    </a:lnB>
                    <a:solidFill>
                      <a:srgbClr val="233028"/>
                    </a:solidFill>
                  </a:tcPr>
                </a:tc>
                <a:extLst>
                  <a:ext uri="{0D108BD9-81ED-4DB2-BD59-A6C34878D82A}">
                    <a16:rowId xmlns:a16="http://schemas.microsoft.com/office/drawing/2014/main" val="10004"/>
                  </a:ext>
                </a:extLst>
              </a:tr>
              <a:tr h="642938">
                <a:tc>
                  <a:txBody>
                    <a:bodyPr/>
                    <a:lstStyle/>
                    <a:p>
                      <a:r>
                        <a:rPr sz="1875" b="1">
                          <a:solidFill>
                            <a:srgbClr val="F4F1E9"/>
                          </a:solidFill>
                          <a:latin typeface="Arial"/>
                          <a:ea typeface="Arial"/>
                          <a:cs typeface="Arial"/>
                        </a:rPr>
                        <a:t>Is 81.1% real flight accuracy?</a:t>
                      </a:r>
                    </a:p>
                  </a:txBody>
                  <a:tcPr anchor="ctr">
                    <a:lnL w="0">
                      <a:noFill/>
                      <a:prstDash val="solid"/>
                    </a:lnL>
                    <a:lnR w="0">
                      <a:noFill/>
                      <a:prstDash val="solid"/>
                    </a:lnR>
                    <a:lnT>
                      <a:noFill/>
                    </a:lnT>
                    <a:lnB w="0">
                      <a:noFill/>
                      <a:prstDash val="solid"/>
                    </a:lnB>
                    <a:solidFill>
                      <a:srgbClr val="171E1C"/>
                    </a:solidFill>
                  </a:tcPr>
                </a:tc>
                <a:tc>
                  <a:txBody>
                    <a:bodyPr/>
                    <a:lstStyle/>
                    <a:p>
                      <a:r>
                        <a:rPr sz="1875" b="0">
                          <a:solidFill>
                            <a:srgbClr val="F4F1E9"/>
                          </a:solidFill>
                          <a:latin typeface="Arial"/>
                          <a:ea typeface="Arial"/>
                          <a:cs typeface="Arial"/>
                        </a:rPr>
                        <a:t>It is accuracy on 900 held-out synthetic records only.</a:t>
                      </a:r>
                    </a:p>
                  </a:txBody>
                  <a:tcPr anchor="ctr">
                    <a:lnL>
                      <a:noFill/>
                    </a:lnL>
                    <a:lnR w="0">
                      <a:noFill/>
                      <a:prstDash val="solid"/>
                    </a:lnR>
                    <a:lnT>
                      <a:noFill/>
                    </a:lnT>
                    <a:lnB w="0">
                      <a:noFill/>
                      <a:prstDash val="solid"/>
                    </a:lnB>
                    <a:solidFill>
                      <a:srgbClr val="171E1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67106570"/>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 name="eyebrow-0-0">
            <a:extLst>
              <a:ext uri="{FF2B5EF4-FFF2-40B4-BE49-F238E27FC236}">
                <a16:creationId xmlns:a16="http://schemas.microsoft.com/office/drawing/2014/main" id="{2D17C93A-860A-4058-9EC4-F5B50C3F538C}"/>
              </a:ext>
            </a:extLst>
          </p:cNvPr>
          <p:cNvSpPr>
            <a:spLocks noGrp="1"/>
          </p:cNvSpPr>
          <p:nvPr/>
        </p:nvSpPr>
        <p:spPr>
          <a:xfrm>
            <a:off x="552450" y="285750"/>
            <a:ext cx="5715000" cy="228600"/>
          </a:xfrm>
          <a:prstGeom prst="rect">
            <a:avLst/>
          </a:prstGeom>
          <a:noFill/>
          <a:ln w="0">
            <a:noFill/>
          </a:ln>
        </p:spPr>
        <p:txBody>
          <a:bodyPr wrap="square" lIns="0" tIns="0" rIns="0" bIns="0" anchor="t">
            <a:noAutofit/>
          </a:bodyPr>
          <a:lstStyle>
            <a:defPPr>
              <a:defRPr sz="1275" b="1">
                <a:solidFill>
                  <a:srgbClr val="B98251"/>
                </a:solidFill>
                <a:latin typeface="Arial"/>
                <a:ea typeface="Arial"/>
                <a:cs typeface="Arial"/>
              </a:defRPr>
            </a:defPPr>
            <a:lvl1pPr>
              <a:defRPr sz="1275" b="1">
                <a:solidFill>
                  <a:srgbClr val="B98251"/>
                </a:solidFill>
                <a:latin typeface="Arial"/>
                <a:ea typeface="Arial"/>
                <a:cs typeface="Arial"/>
              </a:defRPr>
            </a:lvl1pPr>
            <a:lvl2pPr>
              <a:defRPr sz="1275" b="1">
                <a:solidFill>
                  <a:srgbClr val="B98251"/>
                </a:solidFill>
                <a:latin typeface="Arial"/>
                <a:ea typeface="Arial"/>
                <a:cs typeface="Arial"/>
              </a:defRPr>
            </a:lvl2pPr>
            <a:lvl3pPr>
              <a:defRPr sz="1275" b="1">
                <a:solidFill>
                  <a:srgbClr val="B98251"/>
                </a:solidFill>
                <a:latin typeface="Arial"/>
                <a:ea typeface="Arial"/>
                <a:cs typeface="Arial"/>
              </a:defRPr>
            </a:lvl3pPr>
            <a:lvl4pPr>
              <a:defRPr sz="1275" b="1">
                <a:solidFill>
                  <a:srgbClr val="B98251"/>
                </a:solidFill>
                <a:latin typeface="Arial"/>
                <a:ea typeface="Arial"/>
                <a:cs typeface="Arial"/>
              </a:defRPr>
            </a:lvl4pPr>
            <a:lvl5pPr>
              <a:defRPr sz="1275" b="1">
                <a:solidFill>
                  <a:srgbClr val="B98251"/>
                </a:solidFill>
                <a:latin typeface="Arial"/>
                <a:ea typeface="Arial"/>
                <a:cs typeface="Arial"/>
              </a:defRPr>
            </a:lvl5pPr>
            <a:lvl6pPr>
              <a:defRPr sz="1275" b="1">
                <a:solidFill>
                  <a:srgbClr val="B98251"/>
                </a:solidFill>
                <a:latin typeface="Arial"/>
                <a:ea typeface="Arial"/>
                <a:cs typeface="Arial"/>
              </a:defRPr>
            </a:lvl6pPr>
            <a:lvl7pPr>
              <a:defRPr sz="1275" b="1">
                <a:solidFill>
                  <a:srgbClr val="B98251"/>
                </a:solidFill>
                <a:latin typeface="Arial"/>
                <a:ea typeface="Arial"/>
                <a:cs typeface="Arial"/>
              </a:defRPr>
            </a:lvl7pPr>
            <a:lvl8pPr>
              <a:defRPr sz="1275" b="1">
                <a:solidFill>
                  <a:srgbClr val="B98251"/>
                </a:solidFill>
                <a:latin typeface="Arial"/>
                <a:ea typeface="Arial"/>
                <a:cs typeface="Arial"/>
              </a:defRPr>
            </a:lvl8pPr>
            <a:lvl9pPr>
              <a:defRPr sz="1275" b="1">
                <a:solidFill>
                  <a:srgbClr val="B98251"/>
                </a:solidFill>
                <a:latin typeface="Arial"/>
                <a:ea typeface="Arial"/>
                <a:cs typeface="Arial"/>
              </a:defRPr>
            </a:lvl9pPr>
          </a:lstStyle>
          <a:p>
            <a:pPr>
              <a:defRPr sz="1275" b="1">
                <a:solidFill>
                  <a:srgbClr val="B98251"/>
                </a:solidFill>
                <a:latin typeface="Arial"/>
                <a:ea typeface="Arial"/>
                <a:cs typeface="Arial"/>
              </a:defRPr>
            </a:pPr>
            <a:r>
              <a:rPr sz="1275" b="1">
                <a:solidFill>
                  <a:srgbClr val="B98251"/>
                </a:solidFill>
                <a:latin typeface="Arial"/>
                <a:ea typeface="Arial"/>
                <a:cs typeface="Arial"/>
              </a:rPr>
              <a:t>AEROPREDICT</a:t>
            </a:r>
          </a:p>
        </p:txBody>
      </p:sp>
      <p:sp>
        <p:nvSpPr>
          <p:cNvPr id="3" name="footer-2-1">
            <a:extLst>
              <a:ext uri="{FF2B5EF4-FFF2-40B4-BE49-F238E27FC236}">
                <a16:creationId xmlns:a16="http://schemas.microsoft.com/office/drawing/2014/main" id="{1B7324DC-CCB5-4B03-BD93-70141E5AF42E}"/>
              </a:ext>
            </a:extLst>
          </p:cNvPr>
          <p:cNvSpPr>
            <a:spLocks noGrp="1"/>
          </p:cNvSpPr>
          <p:nvPr/>
        </p:nvSpPr>
        <p:spPr>
          <a:xfrm>
            <a:off x="8096250" y="304800"/>
            <a:ext cx="3476625" cy="209550"/>
          </a:xfrm>
          <a:prstGeom prst="rect">
            <a:avLst/>
          </a:prstGeom>
          <a:noFill/>
          <a:ln w="0">
            <a:noFill/>
          </a:ln>
        </p:spPr>
        <p:txBody>
          <a:bodyPr wrap="square" lIns="0" tIns="0" rIns="0" bIns="0" anchor="t">
            <a:noAutofit/>
          </a:bodyPr>
          <a:lstStyle>
            <a:defPPr>
              <a:defRPr sz="975" b="0">
                <a:solidFill>
                  <a:srgbClr val="69736A"/>
                </a:solidFill>
                <a:latin typeface="Arial"/>
                <a:ea typeface="Arial"/>
                <a:cs typeface="Arial"/>
              </a:defRPr>
            </a:defPPr>
            <a:lvl1pPr>
              <a:defRPr sz="975" b="0">
                <a:solidFill>
                  <a:srgbClr val="69736A"/>
                </a:solidFill>
                <a:latin typeface="Arial"/>
                <a:ea typeface="Arial"/>
                <a:cs typeface="Arial"/>
              </a:defRPr>
            </a:lvl1pPr>
            <a:lvl2pPr>
              <a:defRPr sz="975" b="0">
                <a:solidFill>
                  <a:srgbClr val="69736A"/>
                </a:solidFill>
                <a:latin typeface="Arial"/>
                <a:ea typeface="Arial"/>
                <a:cs typeface="Arial"/>
              </a:defRPr>
            </a:lvl2pPr>
            <a:lvl3pPr>
              <a:defRPr sz="975" b="0">
                <a:solidFill>
                  <a:srgbClr val="69736A"/>
                </a:solidFill>
                <a:latin typeface="Arial"/>
                <a:ea typeface="Arial"/>
                <a:cs typeface="Arial"/>
              </a:defRPr>
            </a:lvl3pPr>
            <a:lvl4pPr>
              <a:defRPr sz="975" b="0">
                <a:solidFill>
                  <a:srgbClr val="69736A"/>
                </a:solidFill>
                <a:latin typeface="Arial"/>
                <a:ea typeface="Arial"/>
                <a:cs typeface="Arial"/>
              </a:defRPr>
            </a:lvl4pPr>
            <a:lvl5pPr>
              <a:defRPr sz="975" b="0">
                <a:solidFill>
                  <a:srgbClr val="69736A"/>
                </a:solidFill>
                <a:latin typeface="Arial"/>
                <a:ea typeface="Arial"/>
                <a:cs typeface="Arial"/>
              </a:defRPr>
            </a:lvl5pPr>
            <a:lvl6pPr>
              <a:defRPr sz="975" b="0">
                <a:solidFill>
                  <a:srgbClr val="69736A"/>
                </a:solidFill>
                <a:latin typeface="Arial"/>
                <a:ea typeface="Arial"/>
                <a:cs typeface="Arial"/>
              </a:defRPr>
            </a:lvl6pPr>
            <a:lvl7pPr>
              <a:defRPr sz="975" b="0">
                <a:solidFill>
                  <a:srgbClr val="69736A"/>
                </a:solidFill>
                <a:latin typeface="Arial"/>
                <a:ea typeface="Arial"/>
                <a:cs typeface="Arial"/>
              </a:defRPr>
            </a:lvl7pPr>
            <a:lvl8pPr>
              <a:defRPr sz="975" b="0">
                <a:solidFill>
                  <a:srgbClr val="69736A"/>
                </a:solidFill>
                <a:latin typeface="Arial"/>
                <a:ea typeface="Arial"/>
                <a:cs typeface="Arial"/>
              </a:defRPr>
            </a:lvl8pPr>
            <a:lvl9pPr>
              <a:defRPr sz="975" b="0">
                <a:solidFill>
                  <a:srgbClr val="69736A"/>
                </a:solidFill>
                <a:latin typeface="Arial"/>
                <a:ea typeface="Arial"/>
                <a:cs typeface="Arial"/>
              </a:defRPr>
            </a:lvl9pPr>
          </a:lstStyle>
          <a:p>
            <a:pPr>
              <a:defRPr sz="975" b="0">
                <a:solidFill>
                  <a:srgbClr val="69736A"/>
                </a:solidFill>
                <a:latin typeface="Arial"/>
                <a:ea typeface="Arial"/>
                <a:cs typeface="Arial"/>
              </a:defRPr>
            </a:pPr>
            <a:r>
              <a:rPr sz="975" b="0">
                <a:solidFill>
                  <a:srgbClr val="69736A"/>
                </a:solidFill>
                <a:latin typeface="Arial"/>
                <a:ea typeface="Arial"/>
                <a:cs typeface="Arial"/>
              </a:rPr>
              <a:t>TEAM EXPLANATION AND VIVA</a:t>
            </a:r>
          </a:p>
        </p:txBody>
      </p:sp>
      <p:sp>
        <p:nvSpPr>
          <p:cNvPr id="4" name="footer-3-2">
            <a:extLst>
              <a:ext uri="{FF2B5EF4-FFF2-40B4-BE49-F238E27FC236}">
                <a16:creationId xmlns:a16="http://schemas.microsoft.com/office/drawing/2014/main" id="{65C7A732-77C8-41BB-968E-0C94660510B9}"/>
              </a:ext>
            </a:extLst>
          </p:cNvPr>
          <p:cNvSpPr>
            <a:spLocks noGrp="1"/>
          </p:cNvSpPr>
          <p:nvPr/>
        </p:nvSpPr>
        <p:spPr>
          <a:xfrm>
            <a:off x="10763250" y="6429375"/>
            <a:ext cx="857250" cy="228600"/>
          </a:xfrm>
          <a:prstGeom prst="rect">
            <a:avLst/>
          </a:prstGeom>
          <a:noFill/>
          <a:ln w="0">
            <a:noFill/>
          </a:ln>
        </p:spPr>
        <p:txBody>
          <a:bodyPr wrap="square" lIns="0" tIns="0" rIns="0" bIns="0" anchor="t">
            <a:noAutofit/>
          </a:bodyPr>
          <a:lstStyle>
            <a:defPPr>
              <a:defRPr sz="1125" b="0">
                <a:solidFill>
                  <a:srgbClr val="B98251"/>
                </a:solidFill>
                <a:latin typeface="Arial"/>
                <a:ea typeface="Arial"/>
                <a:cs typeface="Arial"/>
              </a:defRPr>
            </a:defPPr>
            <a:lvl1pPr>
              <a:defRPr sz="1125" b="0">
                <a:solidFill>
                  <a:srgbClr val="B98251"/>
                </a:solidFill>
                <a:latin typeface="Arial"/>
                <a:ea typeface="Arial"/>
                <a:cs typeface="Arial"/>
              </a:defRPr>
            </a:lvl1pPr>
            <a:lvl2pPr>
              <a:defRPr sz="1125" b="0">
                <a:solidFill>
                  <a:srgbClr val="B98251"/>
                </a:solidFill>
                <a:latin typeface="Arial"/>
                <a:ea typeface="Arial"/>
                <a:cs typeface="Arial"/>
              </a:defRPr>
            </a:lvl2pPr>
            <a:lvl3pPr>
              <a:defRPr sz="1125" b="0">
                <a:solidFill>
                  <a:srgbClr val="B98251"/>
                </a:solidFill>
                <a:latin typeface="Arial"/>
                <a:ea typeface="Arial"/>
                <a:cs typeface="Arial"/>
              </a:defRPr>
            </a:lvl3pPr>
            <a:lvl4pPr>
              <a:defRPr sz="1125" b="0">
                <a:solidFill>
                  <a:srgbClr val="B98251"/>
                </a:solidFill>
                <a:latin typeface="Arial"/>
                <a:ea typeface="Arial"/>
                <a:cs typeface="Arial"/>
              </a:defRPr>
            </a:lvl4pPr>
            <a:lvl5pPr>
              <a:defRPr sz="1125" b="0">
                <a:solidFill>
                  <a:srgbClr val="B98251"/>
                </a:solidFill>
                <a:latin typeface="Arial"/>
                <a:ea typeface="Arial"/>
                <a:cs typeface="Arial"/>
              </a:defRPr>
            </a:lvl5pPr>
            <a:lvl6pPr>
              <a:defRPr sz="1125" b="0">
                <a:solidFill>
                  <a:srgbClr val="B98251"/>
                </a:solidFill>
                <a:latin typeface="Arial"/>
                <a:ea typeface="Arial"/>
                <a:cs typeface="Arial"/>
              </a:defRPr>
            </a:lvl6pPr>
            <a:lvl7pPr>
              <a:defRPr sz="1125" b="0">
                <a:solidFill>
                  <a:srgbClr val="B98251"/>
                </a:solidFill>
                <a:latin typeface="Arial"/>
                <a:ea typeface="Arial"/>
                <a:cs typeface="Arial"/>
              </a:defRPr>
            </a:lvl7pPr>
            <a:lvl8pPr>
              <a:defRPr sz="1125" b="0">
                <a:solidFill>
                  <a:srgbClr val="B98251"/>
                </a:solidFill>
                <a:latin typeface="Arial"/>
                <a:ea typeface="Arial"/>
                <a:cs typeface="Arial"/>
              </a:defRPr>
            </a:lvl8pPr>
            <a:lvl9pPr>
              <a:defRPr sz="1125" b="0">
                <a:solidFill>
                  <a:srgbClr val="B98251"/>
                </a:solidFill>
                <a:latin typeface="Arial"/>
                <a:ea typeface="Arial"/>
                <a:cs typeface="Arial"/>
              </a:defRPr>
            </a:lvl9pPr>
          </a:lstStyle>
          <a:p>
            <a:pPr>
              <a:defRPr sz="1125" b="0">
                <a:solidFill>
                  <a:srgbClr val="B98251"/>
                </a:solidFill>
                <a:latin typeface="Arial"/>
                <a:ea typeface="Arial"/>
                <a:cs typeface="Arial"/>
              </a:defRPr>
            </a:pPr>
            <a:r>
              <a:rPr sz="1125" b="0">
                <a:solidFill>
                  <a:srgbClr val="B98251"/>
                </a:solidFill>
                <a:latin typeface="Arial"/>
                <a:ea typeface="Arial"/>
                <a:cs typeface="Arial"/>
              </a:rPr>
              <a:t>12 / 12</a:t>
            </a:r>
          </a:p>
        </p:txBody>
      </p:sp>
      <p:sp>
        <p:nvSpPr>
          <p:cNvPr id="5" name="title-1-3">
            <a:extLst>
              <a:ext uri="{FF2B5EF4-FFF2-40B4-BE49-F238E27FC236}">
                <a16:creationId xmlns:a16="http://schemas.microsoft.com/office/drawing/2014/main" id="{F192060C-8320-4B2A-AE7C-C077FBAF0D5A}"/>
              </a:ext>
            </a:extLst>
          </p:cNvPr>
          <p:cNvSpPr>
            <a:spLocks noGrp="1"/>
          </p:cNvSpPr>
          <p:nvPr/>
        </p:nvSpPr>
        <p:spPr>
          <a:xfrm>
            <a:off x="552450" y="752475"/>
            <a:ext cx="11087100" cy="1028700"/>
          </a:xfrm>
          <a:prstGeom prst="rect">
            <a:avLst/>
          </a:prstGeom>
          <a:noFill/>
          <a:ln w="0">
            <a:noFill/>
          </a:ln>
        </p:spPr>
        <p:txBody>
          <a:bodyPr wrap="square" lIns="0" tIns="0" rIns="0" bIns="0" anchor="t">
            <a:noAutofit/>
          </a:bodyPr>
          <a:lstStyle>
            <a:defPPr>
              <a:defRPr sz="3150" b="1">
                <a:solidFill>
                  <a:srgbClr val="202925"/>
                </a:solidFill>
                <a:latin typeface="Arial"/>
                <a:ea typeface="Arial"/>
                <a:cs typeface="Arial"/>
              </a:defRPr>
            </a:defPPr>
            <a:lvl1pPr>
              <a:defRPr sz="3150" b="1">
                <a:solidFill>
                  <a:srgbClr val="202925"/>
                </a:solidFill>
                <a:latin typeface="Arial"/>
                <a:ea typeface="Arial"/>
                <a:cs typeface="Arial"/>
              </a:defRPr>
            </a:lvl1pPr>
            <a:lvl2pPr>
              <a:defRPr sz="3150" b="1">
                <a:solidFill>
                  <a:srgbClr val="202925"/>
                </a:solidFill>
                <a:latin typeface="Arial"/>
                <a:ea typeface="Arial"/>
                <a:cs typeface="Arial"/>
              </a:defRPr>
            </a:lvl2pPr>
            <a:lvl3pPr>
              <a:defRPr sz="3150" b="1">
                <a:solidFill>
                  <a:srgbClr val="202925"/>
                </a:solidFill>
                <a:latin typeface="Arial"/>
                <a:ea typeface="Arial"/>
                <a:cs typeface="Arial"/>
              </a:defRPr>
            </a:lvl3pPr>
            <a:lvl4pPr>
              <a:defRPr sz="3150" b="1">
                <a:solidFill>
                  <a:srgbClr val="202925"/>
                </a:solidFill>
                <a:latin typeface="Arial"/>
                <a:ea typeface="Arial"/>
                <a:cs typeface="Arial"/>
              </a:defRPr>
            </a:lvl4pPr>
            <a:lvl5pPr>
              <a:defRPr sz="3150" b="1">
                <a:solidFill>
                  <a:srgbClr val="202925"/>
                </a:solidFill>
                <a:latin typeface="Arial"/>
                <a:ea typeface="Arial"/>
                <a:cs typeface="Arial"/>
              </a:defRPr>
            </a:lvl5pPr>
            <a:lvl6pPr>
              <a:defRPr sz="3150" b="1">
                <a:solidFill>
                  <a:srgbClr val="202925"/>
                </a:solidFill>
                <a:latin typeface="Arial"/>
                <a:ea typeface="Arial"/>
                <a:cs typeface="Arial"/>
              </a:defRPr>
            </a:lvl6pPr>
            <a:lvl7pPr>
              <a:defRPr sz="3150" b="1">
                <a:solidFill>
                  <a:srgbClr val="202925"/>
                </a:solidFill>
                <a:latin typeface="Arial"/>
                <a:ea typeface="Arial"/>
                <a:cs typeface="Arial"/>
              </a:defRPr>
            </a:lvl7pPr>
            <a:lvl8pPr>
              <a:defRPr sz="3150" b="1">
                <a:solidFill>
                  <a:srgbClr val="202925"/>
                </a:solidFill>
                <a:latin typeface="Arial"/>
                <a:ea typeface="Arial"/>
                <a:cs typeface="Arial"/>
              </a:defRPr>
            </a:lvl8pPr>
            <a:lvl9pPr>
              <a:defRPr sz="3150" b="1">
                <a:solidFill>
                  <a:srgbClr val="202925"/>
                </a:solidFill>
                <a:latin typeface="Arial"/>
                <a:ea typeface="Arial"/>
                <a:cs typeface="Arial"/>
              </a:defRPr>
            </a:lvl9pPr>
          </a:lstStyle>
          <a:p>
            <a:pPr>
              <a:defRPr sz="3150" b="1">
                <a:solidFill>
                  <a:srgbClr val="202925"/>
                </a:solidFill>
                <a:latin typeface="Arial"/>
                <a:ea typeface="Arial"/>
                <a:cs typeface="Arial"/>
              </a:defRPr>
            </a:pPr>
            <a:r>
              <a:rPr sz="3150" b="1">
                <a:solidFill>
                  <a:srgbClr val="202925"/>
                </a:solidFill>
                <a:latin typeface="Arial"/>
                <a:ea typeface="Arial"/>
                <a:cs typeface="Arial"/>
              </a:rPr>
              <a:t>Viva questions: website and demonstration</a:t>
            </a:r>
          </a:p>
        </p:txBody>
      </p:sp>
      <p:sp>
        <p:nvSpPr>
          <p:cNvPr id="6" name="background-4">
            <a:extLst>
              <a:ext uri="{FF2B5EF4-FFF2-40B4-BE49-F238E27FC236}">
                <a16:creationId xmlns:a16="http://schemas.microsoft.com/office/drawing/2014/main" id="{C9DF9D8A-59E8-492F-B982-DC5FA89F94BC}"/>
              </a:ext>
            </a:extLst>
          </p:cNvPr>
          <p:cNvSpPr>
            <a:spLocks noGrp="1"/>
          </p:cNvSpPr>
          <p:nvPr/>
        </p:nvSpPr>
        <p:spPr>
          <a:xfrm>
            <a:off x="552450" y="6257925"/>
            <a:ext cx="9906000" cy="9525"/>
          </a:xfrm>
          <a:prstGeom prst="rect">
            <a:avLst/>
          </a:prstGeom>
          <a:solidFill>
            <a:srgbClr val="D4D9CE"/>
          </a:solidFill>
          <a:ln w="0">
            <a:noFill/>
          </a:ln>
        </p:spPr>
      </p:sp>
      <p:graphicFrame>
        <p:nvGraphicFramePr>
          <p:cNvPr id="7" name="Table 6">
            <a:extLst>
              <a:ext uri="{FF2B5EF4-FFF2-40B4-BE49-F238E27FC236}">
                <a16:creationId xmlns:a16="http://schemas.microsoft.com/office/drawing/2014/main" id="{9470B159-0CC4-4A24-A5A7-DF2A4410A03F}"/>
              </a:ext>
            </a:extLst>
          </p:cNvPr>
          <p:cNvGraphicFramePr/>
          <p:nvPr/>
        </p:nvGraphicFramePr>
        <p:xfrm>
          <a:off x="552450" y="2047875"/>
          <a:ext cx="11087100" cy="3857625"/>
        </p:xfrm>
        <a:graphic>
          <a:graphicData uri="http://schemas.openxmlformats.org/drawingml/2006/table">
            <a:tbl>
              <a:tblPr firstRow="1"/>
              <a:tblGrid>
                <a:gridCol w="4305300">
                  <a:extLst>
                    <a:ext uri="{9D8B030D-6E8A-4147-A177-3AD203B41FA5}">
                      <a16:colId xmlns:a16="http://schemas.microsoft.com/office/drawing/2014/main" val="20000"/>
                    </a:ext>
                  </a:extLst>
                </a:gridCol>
                <a:gridCol w="6781800">
                  <a:extLst>
                    <a:ext uri="{9D8B030D-6E8A-4147-A177-3AD203B41FA5}">
                      <a16:colId xmlns:a16="http://schemas.microsoft.com/office/drawing/2014/main" val="20001"/>
                    </a:ext>
                  </a:extLst>
                </a:gridCol>
              </a:tblGrid>
              <a:tr h="642938">
                <a:tc>
                  <a:txBody>
                    <a:bodyPr/>
                    <a:lstStyle/>
                    <a:p>
                      <a:r>
                        <a:rPr sz="1800" b="1">
                          <a:solidFill>
                            <a:srgbClr val="F4F1E9"/>
                          </a:solidFill>
                          <a:latin typeface="Arial"/>
                          <a:ea typeface="Arial"/>
                          <a:cs typeface="Arial"/>
                        </a:rPr>
                        <a:t>Mam may ask</a:t>
                      </a:r>
                    </a:p>
                  </a:txBody>
                  <a:tcPr anchor="ctr">
                    <a:lnL w="0">
                      <a:noFill/>
                      <a:prstDash val="solid"/>
                    </a:lnL>
                    <a:lnR w="0">
                      <a:noFill/>
                      <a:prstDash val="solid"/>
                    </a:lnR>
                    <a:lnT w="0">
                      <a:noFill/>
                      <a:prstDash val="solid"/>
                    </a:lnT>
                    <a:lnB w="0">
                      <a:noFill/>
                      <a:prstDash val="solid"/>
                    </a:lnB>
                    <a:solidFill>
                      <a:srgbClr val="202925"/>
                    </a:solidFill>
                  </a:tcPr>
                </a:tc>
                <a:tc>
                  <a:txBody>
                    <a:bodyPr/>
                    <a:lstStyle/>
                    <a:p>
                      <a:r>
                        <a:rPr sz="1800" b="1">
                          <a:solidFill>
                            <a:srgbClr val="F4F1E9"/>
                          </a:solidFill>
                          <a:latin typeface="Arial"/>
                          <a:ea typeface="Arial"/>
                          <a:cs typeface="Arial"/>
                        </a:rPr>
                        <a:t>Short answer</a:t>
                      </a:r>
                    </a:p>
                  </a:txBody>
                  <a:tcPr anchor="ctr">
                    <a:lnL>
                      <a:noFill/>
                    </a:lnL>
                    <a:lnR w="0">
                      <a:noFill/>
                      <a:prstDash val="solid"/>
                    </a:lnR>
                    <a:lnT w="0">
                      <a:noFill/>
                      <a:prstDash val="solid"/>
                    </a:lnT>
                    <a:lnB w="0">
                      <a:noFill/>
                      <a:prstDash val="solid"/>
                    </a:lnB>
                    <a:solidFill>
                      <a:srgbClr val="202925"/>
                    </a:solidFill>
                  </a:tcPr>
                </a:tc>
                <a:extLst>
                  <a:ext uri="{0D108BD9-81ED-4DB2-BD59-A6C34878D82A}">
                    <a16:rowId xmlns:a16="http://schemas.microsoft.com/office/drawing/2014/main" val="10000"/>
                  </a:ext>
                </a:extLst>
              </a:tr>
              <a:tr h="642938">
                <a:tc>
                  <a:txBody>
                    <a:bodyPr/>
                    <a:lstStyle/>
                    <a:p>
                      <a:r>
                        <a:rPr sz="1875" b="1">
                          <a:solidFill>
                            <a:srgbClr val="202925"/>
                          </a:solidFill>
                          <a:latin typeface="Arial"/>
                          <a:ea typeface="Arial"/>
                          <a:cs typeface="Arial"/>
                        </a:rPr>
                        <a:t>Is the globe line the real flight path?</a:t>
                      </a:r>
                    </a:p>
                  </a:txBody>
                  <a:tcPr anchor="ctr">
                    <a:lnL w="0">
                      <a:noFill/>
                      <a:prstDash val="solid"/>
                    </a:lnL>
                    <a:lnR w="0">
                      <a:noFill/>
                      <a:prstDash val="solid"/>
                    </a:lnR>
                    <a:lnT>
                      <a:noFill/>
                    </a:lnT>
                    <a:lnB w="0">
                      <a:noFill/>
                      <a:prstDash val="solid"/>
                    </a:lnB>
                    <a:solidFill>
                      <a:srgbClr val="F4F1E9"/>
                    </a:solidFill>
                  </a:tcPr>
                </a:tc>
                <a:tc>
                  <a:txBody>
                    <a:bodyPr/>
                    <a:lstStyle/>
                    <a:p>
                      <a:r>
                        <a:rPr sz="1875" b="0">
                          <a:solidFill>
                            <a:srgbClr val="202925"/>
                          </a:solidFill>
                          <a:latin typeface="Arial"/>
                          <a:ea typeface="Arial"/>
                          <a:cs typeface="Arial"/>
                        </a:rPr>
                        <a:t>It is a calculated airport connection, not a recorded track.</a:t>
                      </a:r>
                    </a:p>
                  </a:txBody>
                  <a:tcPr anchor="ctr">
                    <a:lnL>
                      <a:noFill/>
                    </a:lnL>
                    <a:lnR w="0">
                      <a:noFill/>
                      <a:prstDash val="solid"/>
                    </a:lnR>
                    <a:lnT>
                      <a:noFill/>
                    </a:lnT>
                    <a:lnB w="0">
                      <a:noFill/>
                      <a:prstDash val="solid"/>
                    </a:lnB>
                    <a:solidFill>
                      <a:srgbClr val="F4F1E9"/>
                    </a:solidFill>
                  </a:tcPr>
                </a:tc>
                <a:extLst>
                  <a:ext uri="{0D108BD9-81ED-4DB2-BD59-A6C34878D82A}">
                    <a16:rowId xmlns:a16="http://schemas.microsoft.com/office/drawing/2014/main" val="10001"/>
                  </a:ext>
                </a:extLst>
              </a:tr>
              <a:tr h="642938">
                <a:tc>
                  <a:txBody>
                    <a:bodyPr/>
                    <a:lstStyle/>
                    <a:p>
                      <a:r>
                        <a:rPr sz="1875" b="1">
                          <a:solidFill>
                            <a:srgbClr val="202925"/>
                          </a:solidFill>
                          <a:latin typeface="Arial"/>
                          <a:ea typeface="Arial"/>
                          <a:cs typeface="Arial"/>
                        </a:rPr>
                        <a:t>Why does Side View keep the same result?</a:t>
                      </a:r>
                    </a:p>
                  </a:txBody>
                  <a:tcPr anchor="ctr">
                    <a:lnL w="0">
                      <a:noFill/>
                      <a:prstDash val="solid"/>
                    </a:lnL>
                    <a:lnR w="0">
                      <a:noFill/>
                      <a:prstDash val="solid"/>
                    </a:lnR>
                    <a:lnT>
                      <a:noFill/>
                    </a:lnT>
                    <a:lnB w="0">
                      <a:noFill/>
                      <a:prstDash val="solid"/>
                    </a:lnB>
                    <a:solidFill>
                      <a:srgbClr val="E8ECE2"/>
                    </a:solidFill>
                  </a:tcPr>
                </a:tc>
                <a:tc>
                  <a:txBody>
                    <a:bodyPr/>
                    <a:lstStyle/>
                    <a:p>
                      <a:r>
                        <a:rPr sz="1875" b="0">
                          <a:solidFill>
                            <a:srgbClr val="202925"/>
                          </a:solidFill>
                          <a:latin typeface="Arial"/>
                          <a:ea typeface="Arial"/>
                          <a:cs typeface="Arial"/>
                        </a:rPr>
                        <a:t>It changes camera state, not prediction inputs.</a:t>
                      </a:r>
                    </a:p>
                  </a:txBody>
                  <a:tcPr anchor="ctr">
                    <a:lnL>
                      <a:noFill/>
                    </a:lnL>
                    <a:lnR w="0">
                      <a:noFill/>
                      <a:prstDash val="solid"/>
                    </a:lnR>
                    <a:lnT>
                      <a:noFill/>
                    </a:lnT>
                    <a:lnB w="0">
                      <a:noFill/>
                      <a:prstDash val="solid"/>
                    </a:lnB>
                    <a:solidFill>
                      <a:srgbClr val="E8ECE2"/>
                    </a:solidFill>
                  </a:tcPr>
                </a:tc>
                <a:extLst>
                  <a:ext uri="{0D108BD9-81ED-4DB2-BD59-A6C34878D82A}">
                    <a16:rowId xmlns:a16="http://schemas.microsoft.com/office/drawing/2014/main" val="10002"/>
                  </a:ext>
                </a:extLst>
              </a:tr>
              <a:tr h="642938">
                <a:tc>
                  <a:txBody>
                    <a:bodyPr/>
                    <a:lstStyle/>
                    <a:p>
                      <a:r>
                        <a:rPr sz="1875" b="1">
                          <a:solidFill>
                            <a:srgbClr val="202925"/>
                          </a:solidFill>
                          <a:latin typeface="Arial"/>
                          <a:ea typeface="Arial"/>
                          <a:cs typeface="Arial"/>
                        </a:rPr>
                        <a:t>How did you build the airport film?</a:t>
                      </a:r>
                    </a:p>
                  </a:txBody>
                  <a:tcPr anchor="ctr">
                    <a:lnL w="0">
                      <a:noFill/>
                      <a:prstDash val="solid"/>
                    </a:lnL>
                    <a:lnR w="0">
                      <a:noFill/>
                      <a:prstDash val="solid"/>
                    </a:lnR>
                    <a:lnT>
                      <a:noFill/>
                    </a:lnT>
                    <a:lnB w="0">
                      <a:noFill/>
                      <a:prstDash val="solid"/>
                    </a:lnB>
                    <a:solidFill>
                      <a:srgbClr val="F4F1E9"/>
                    </a:solidFill>
                  </a:tcPr>
                </a:tc>
                <a:tc>
                  <a:txBody>
                    <a:bodyPr/>
                    <a:lstStyle/>
                    <a:p>
                      <a:r>
                        <a:rPr sz="1875" b="0">
                          <a:solidFill>
                            <a:srgbClr val="202925"/>
                          </a:solidFill>
                          <a:latin typeface="Arial"/>
                          <a:ea typeface="Arial"/>
                          <a:cs typeface="Arial"/>
                        </a:rPr>
                        <a:t>Blender exports GLB models. Three.js and a shared clock animate them.</a:t>
                      </a:r>
                    </a:p>
                  </a:txBody>
                  <a:tcPr anchor="ctr">
                    <a:lnL>
                      <a:noFill/>
                    </a:lnL>
                    <a:lnR w="0">
                      <a:noFill/>
                      <a:prstDash val="solid"/>
                    </a:lnR>
                    <a:lnT>
                      <a:noFill/>
                    </a:lnT>
                    <a:lnB w="0">
                      <a:noFill/>
                      <a:prstDash val="solid"/>
                    </a:lnB>
                    <a:solidFill>
                      <a:srgbClr val="F4F1E9"/>
                    </a:solidFill>
                  </a:tcPr>
                </a:tc>
                <a:extLst>
                  <a:ext uri="{0D108BD9-81ED-4DB2-BD59-A6C34878D82A}">
                    <a16:rowId xmlns:a16="http://schemas.microsoft.com/office/drawing/2014/main" val="10003"/>
                  </a:ext>
                </a:extLst>
              </a:tr>
              <a:tr h="642938">
                <a:tc>
                  <a:txBody>
                    <a:bodyPr/>
                    <a:lstStyle/>
                    <a:p>
                      <a:r>
                        <a:rPr sz="1875" b="1">
                          <a:solidFill>
                            <a:srgbClr val="202925"/>
                          </a:solidFill>
                          <a:latin typeface="Arial"/>
                          <a:ea typeface="Arial"/>
                          <a:cs typeface="Arial"/>
                        </a:rPr>
                        <a:t>Why are website and RF minutes different?</a:t>
                      </a:r>
                    </a:p>
                  </a:txBody>
                  <a:tcPr anchor="ctr">
                    <a:lnL w="0">
                      <a:noFill/>
                      <a:prstDash val="solid"/>
                    </a:lnL>
                    <a:lnR w="0">
                      <a:noFill/>
                      <a:prstDash val="solid"/>
                    </a:lnR>
                    <a:lnT>
                      <a:noFill/>
                    </a:lnT>
                    <a:lnB w="0">
                      <a:noFill/>
                      <a:prstDash val="solid"/>
                    </a:lnB>
                    <a:solidFill>
                      <a:srgbClr val="E8ECE2"/>
                    </a:solidFill>
                  </a:tcPr>
                </a:tc>
                <a:tc>
                  <a:txBody>
                    <a:bodyPr/>
                    <a:lstStyle/>
                    <a:p>
                      <a:r>
                        <a:rPr sz="1875" b="0">
                          <a:solidFill>
                            <a:srgbClr val="202925"/>
                          </a:solidFill>
                          <a:latin typeface="Arial"/>
                          <a:ea typeface="Arial"/>
                          <a:cs typeface="Arial"/>
                        </a:rPr>
                        <a:t>The current rules and the trained experiment are separate.</a:t>
                      </a:r>
                    </a:p>
                  </a:txBody>
                  <a:tcPr anchor="ctr">
                    <a:lnL>
                      <a:noFill/>
                    </a:lnL>
                    <a:lnR w="0">
                      <a:noFill/>
                      <a:prstDash val="solid"/>
                    </a:lnR>
                    <a:lnT>
                      <a:noFill/>
                    </a:lnT>
                    <a:lnB w="0">
                      <a:noFill/>
                      <a:prstDash val="solid"/>
                    </a:lnB>
                    <a:solidFill>
                      <a:srgbClr val="E8ECE2"/>
                    </a:solidFill>
                  </a:tcPr>
                </a:tc>
                <a:extLst>
                  <a:ext uri="{0D108BD9-81ED-4DB2-BD59-A6C34878D82A}">
                    <a16:rowId xmlns:a16="http://schemas.microsoft.com/office/drawing/2014/main" val="10004"/>
                  </a:ext>
                </a:extLst>
              </a:tr>
              <a:tr h="642938">
                <a:tc>
                  <a:txBody>
                    <a:bodyPr/>
                    <a:lstStyle/>
                    <a:p>
                      <a:r>
                        <a:rPr sz="1875" b="1">
                          <a:solidFill>
                            <a:srgbClr val="202925"/>
                          </a:solidFill>
                          <a:latin typeface="Arial"/>
                          <a:ea typeface="Arial"/>
                          <a:cs typeface="Arial"/>
                        </a:rPr>
                        <a:t>How can the class open it?</a:t>
                      </a:r>
                    </a:p>
                  </a:txBody>
                  <a:tcPr anchor="ctr">
                    <a:lnL w="0">
                      <a:noFill/>
                      <a:prstDash val="solid"/>
                    </a:lnL>
                    <a:lnR w="0">
                      <a:noFill/>
                      <a:prstDash val="solid"/>
                    </a:lnR>
                    <a:lnT>
                      <a:noFill/>
                    </a:lnT>
                    <a:lnB w="0">
                      <a:noFill/>
                      <a:prstDash val="solid"/>
                    </a:lnB>
                    <a:solidFill>
                      <a:srgbClr val="F4F1E9"/>
                    </a:solidFill>
                  </a:tcPr>
                </a:tc>
                <a:tc>
                  <a:txBody>
                    <a:bodyPr/>
                    <a:lstStyle/>
                    <a:p>
                      <a:r>
                        <a:rPr sz="1875" b="0">
                          <a:solidFill>
                            <a:srgbClr val="202925"/>
                          </a:solidFill>
                          <a:latin typeface="Arial"/>
                          <a:ea typeface="Arial"/>
                          <a:cs typeface="Arial"/>
                        </a:rPr>
                        <a:t>Run START_HERE and use the current verified public QR.</a:t>
                      </a:r>
                    </a:p>
                  </a:txBody>
                  <a:tcPr anchor="ctr">
                    <a:lnL>
                      <a:noFill/>
                    </a:lnL>
                    <a:lnR w="0">
                      <a:noFill/>
                      <a:prstDash val="solid"/>
                    </a:lnR>
                    <a:lnT>
                      <a:noFill/>
                    </a:lnT>
                    <a:lnB w="0">
                      <a:noFill/>
                      <a:prstDash val="solid"/>
                    </a:lnB>
                    <a:solidFill>
                      <a:srgbClr val="F4F1E9"/>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9230523"/>
      </p:ext>
    </p:extLst>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3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3793</Words>
  <Application>Microsoft Office PowerPoint</Application>
  <DocSecurity>0</DocSecurity>
  <PresentationFormat>Widescreen</PresentationFormat>
  <Paragraphs>261</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Shaik Shahid786</cp:lastModifiedBy>
  <cp:revision>1</cp:revision>
  <dcterms:created xsi:type="dcterms:W3CDTF">2026-10-24T15:53:15Z</dcterms:created>
  <dcterms:modified xsi:type="dcterms:W3CDTF">2026-10-24T15:54:10Z</dcterms:modified>
</cp:coreProperties>
</file>